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5"/>
  </p:notesMasterIdLst>
  <p:sldIdLst>
    <p:sldId id="431" r:id="rId2"/>
    <p:sldId id="427" r:id="rId3"/>
    <p:sldId id="430" r:id="rId4"/>
    <p:sldId id="432" r:id="rId5"/>
    <p:sldId id="433" r:id="rId6"/>
    <p:sldId id="443" r:id="rId7"/>
    <p:sldId id="441" r:id="rId8"/>
    <p:sldId id="437" r:id="rId9"/>
    <p:sldId id="434" r:id="rId10"/>
    <p:sldId id="438" r:id="rId11"/>
    <p:sldId id="442" r:id="rId12"/>
    <p:sldId id="439" r:id="rId13"/>
    <p:sldId id="440" r:id="rId14"/>
  </p:sldIdLst>
  <p:sldSz cx="9906000" cy="6858000" type="A4"/>
  <p:notesSz cx="6808788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5" userDrawn="1">
          <p15:clr>
            <a:srgbClr val="A4A3A4"/>
          </p15:clr>
        </p15:guide>
        <p15:guide id="2" pos="1737" userDrawn="1">
          <p15:clr>
            <a:srgbClr val="A4A3A4"/>
          </p15:clr>
        </p15:guide>
        <p15:guide id="3" orient="horz" pos="7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494"/>
    <a:srgbClr val="3BBDC3"/>
    <a:srgbClr val="0C44A0"/>
    <a:srgbClr val="DEEBF7"/>
    <a:srgbClr val="FFFFFF"/>
    <a:srgbClr val="0E5390"/>
    <a:srgbClr val="2389A1"/>
    <a:srgbClr val="CFEFF1"/>
    <a:srgbClr val="FDEADA"/>
    <a:srgbClr val="00B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046EFF-7401-4F1E-A906-A9CB74FCEB49}" v="4" dt="2025-04-03T11:46:04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5145" autoAdjust="0"/>
  </p:normalViewPr>
  <p:slideViewPr>
    <p:cSldViewPr snapToGrid="0" snapToObjects="1">
      <p:cViewPr varScale="1">
        <p:scale>
          <a:sx n="150" d="100"/>
          <a:sy n="150" d="100"/>
        </p:scale>
        <p:origin x="2052" y="80"/>
      </p:cViewPr>
      <p:guideLst>
        <p:guide orient="horz" pos="1025"/>
        <p:guide pos="1737"/>
        <p:guide orient="horz" pos="7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Park" userId="256015b203ef4bcb" providerId="LiveId" clId="{2A046EFF-7401-4F1E-A906-A9CB74FCEB49}"/>
    <pc:docChg chg="custSel modSld">
      <pc:chgData name="sara Park" userId="256015b203ef4bcb" providerId="LiveId" clId="{2A046EFF-7401-4F1E-A906-A9CB74FCEB49}" dt="2025-04-03T11:46:04.754" v="15" actId="962"/>
      <pc:docMkLst>
        <pc:docMk/>
      </pc:docMkLst>
      <pc:sldChg chg="addSp delSp modSp mod">
        <pc:chgData name="sara Park" userId="256015b203ef4bcb" providerId="LiveId" clId="{2A046EFF-7401-4F1E-A906-A9CB74FCEB49}" dt="2025-04-03T11:44:55.239" v="7" actId="962"/>
        <pc:sldMkLst>
          <pc:docMk/>
          <pc:sldMk cId="2645339996" sldId="438"/>
        </pc:sldMkLst>
        <pc:picChg chg="del">
          <ac:chgData name="sara Park" userId="256015b203ef4bcb" providerId="LiveId" clId="{2A046EFF-7401-4F1E-A906-A9CB74FCEB49}" dt="2025-04-03T11:44:50.703" v="4" actId="478"/>
          <ac:picMkLst>
            <pc:docMk/>
            <pc:sldMk cId="2645339996" sldId="438"/>
            <ac:picMk id="3" creationId="{FE45A60E-0142-43DC-9AFE-1E1675D6D01C}"/>
          </ac:picMkLst>
        </pc:picChg>
        <pc:picChg chg="add mod">
          <ac:chgData name="sara Park" userId="256015b203ef4bcb" providerId="LiveId" clId="{2A046EFF-7401-4F1E-A906-A9CB74FCEB49}" dt="2025-04-03T11:44:55.239" v="7" actId="962"/>
          <ac:picMkLst>
            <pc:docMk/>
            <pc:sldMk cId="2645339996" sldId="438"/>
            <ac:picMk id="5" creationId="{921A7421-46B5-297C-F776-AD5C9625A00B}"/>
          </ac:picMkLst>
        </pc:picChg>
      </pc:sldChg>
      <pc:sldChg chg="addSp delSp modSp mod">
        <pc:chgData name="sara Park" userId="256015b203ef4bcb" providerId="LiveId" clId="{2A046EFF-7401-4F1E-A906-A9CB74FCEB49}" dt="2025-04-03T11:46:04.754" v="15" actId="962"/>
        <pc:sldMkLst>
          <pc:docMk/>
          <pc:sldMk cId="964256609" sldId="439"/>
        </pc:sldMkLst>
        <pc:picChg chg="del">
          <ac:chgData name="sara Park" userId="256015b203ef4bcb" providerId="LiveId" clId="{2A046EFF-7401-4F1E-A906-A9CB74FCEB49}" dt="2025-04-03T11:46:00.787" v="12" actId="478"/>
          <ac:picMkLst>
            <pc:docMk/>
            <pc:sldMk cId="964256609" sldId="439"/>
            <ac:picMk id="3" creationId="{01CE1A7A-8DC7-4193-ABA2-1218B0739AC1}"/>
          </ac:picMkLst>
        </pc:picChg>
        <pc:picChg chg="add mod">
          <ac:chgData name="sara Park" userId="256015b203ef4bcb" providerId="LiveId" clId="{2A046EFF-7401-4F1E-A906-A9CB74FCEB49}" dt="2025-04-03T11:46:04.754" v="15" actId="962"/>
          <ac:picMkLst>
            <pc:docMk/>
            <pc:sldMk cId="964256609" sldId="439"/>
            <ac:picMk id="4" creationId="{742EEE2D-FD24-F1EE-78B4-E6E2D947974A}"/>
          </ac:picMkLst>
        </pc:picChg>
      </pc:sldChg>
      <pc:sldChg chg="addSp delSp modSp mod">
        <pc:chgData name="sara Park" userId="256015b203ef4bcb" providerId="LiveId" clId="{2A046EFF-7401-4F1E-A906-A9CB74FCEB49}" dt="2025-04-03T11:45:44.420" v="11" actId="962"/>
        <pc:sldMkLst>
          <pc:docMk/>
          <pc:sldMk cId="4007159083" sldId="443"/>
        </pc:sldMkLst>
        <pc:picChg chg="del">
          <ac:chgData name="sara Park" userId="256015b203ef4bcb" providerId="LiveId" clId="{2A046EFF-7401-4F1E-A906-A9CB74FCEB49}" dt="2025-04-03T11:44:19.298" v="0" actId="478"/>
          <ac:picMkLst>
            <pc:docMk/>
            <pc:sldMk cId="4007159083" sldId="443"/>
            <ac:picMk id="5" creationId="{00247224-C927-4EF7-A23C-83769EB11440}"/>
          </ac:picMkLst>
        </pc:picChg>
        <pc:picChg chg="add del mod">
          <ac:chgData name="sara Park" userId="256015b203ef4bcb" providerId="LiveId" clId="{2A046EFF-7401-4F1E-A906-A9CB74FCEB49}" dt="2025-04-03T11:45:36.637" v="8" actId="478"/>
          <ac:picMkLst>
            <pc:docMk/>
            <pc:sldMk cId="4007159083" sldId="443"/>
            <ac:picMk id="6" creationId="{9B04888E-0461-8C1F-2B2F-1A1AA1751464}"/>
          </ac:picMkLst>
        </pc:picChg>
        <pc:picChg chg="add mod">
          <ac:chgData name="sara Park" userId="256015b203ef4bcb" providerId="LiveId" clId="{2A046EFF-7401-4F1E-A906-A9CB74FCEB49}" dt="2025-04-03T11:45:44.420" v="11" actId="962"/>
          <ac:picMkLst>
            <pc:docMk/>
            <pc:sldMk cId="4007159083" sldId="443"/>
            <ac:picMk id="8" creationId="{B3791B8E-2F76-F57C-2B4A-7457B0396602}"/>
          </ac:picMkLst>
        </pc:picChg>
      </pc:sldChg>
    </pc:docChg>
  </pc:docChgLst>
  <pc:docChgLst>
    <pc:chgData name="Park sara" userId="256015b203ef4bcb" providerId="LiveId" clId="{94ED9E3B-E9EC-4698-84DD-9F95558F5169}"/>
    <pc:docChg chg="custSel modSld">
      <pc:chgData name="Park sara" userId="256015b203ef4bcb" providerId="LiveId" clId="{94ED9E3B-E9EC-4698-84DD-9F95558F5169}" dt="2022-01-30T04:06:28.621" v="9" actId="1036"/>
      <pc:docMkLst>
        <pc:docMk/>
      </pc:docMkLst>
      <pc:sldChg chg="addSp modSp">
        <pc:chgData name="Park sara" userId="256015b203ef4bcb" providerId="LiveId" clId="{94ED9E3B-E9EC-4698-84DD-9F95558F5169}" dt="2022-01-01T03:40:23.685" v="0"/>
        <pc:sldMkLst>
          <pc:docMk/>
          <pc:sldMk cId="3340055771" sldId="430"/>
        </pc:sldMkLst>
      </pc:sldChg>
      <pc:sldChg chg="addSp delSp modSp mod">
        <pc:chgData name="Park sara" userId="256015b203ef4bcb" providerId="LiveId" clId="{94ED9E3B-E9EC-4698-84DD-9F95558F5169}" dt="2022-01-30T04:06:28.621" v="9" actId="1036"/>
        <pc:sldMkLst>
          <pc:docMk/>
          <pc:sldMk cId="2645339996" sldId="438"/>
        </pc:sldMkLst>
      </pc:sldChg>
    </pc:docChg>
  </pc:docChgLst>
  <pc:docChgLst>
    <pc:chgData name="Park sara" userId="256015b203ef4bcb" providerId="LiveId" clId="{88AE875B-2F10-4567-94BA-8C5F4D69387F}"/>
    <pc:docChg chg="custSel addSld delSld modSld sldOrd">
      <pc:chgData name="Park sara" userId="256015b203ef4bcb" providerId="LiveId" clId="{88AE875B-2F10-4567-94BA-8C5F4D69387F}" dt="2024-01-23T02:21:08.338" v="40" actId="27614"/>
      <pc:docMkLst>
        <pc:docMk/>
      </pc:docMkLst>
      <pc:sldChg chg="addSp delSp modSp mod">
        <pc:chgData name="Park sara" userId="256015b203ef4bcb" providerId="LiveId" clId="{88AE875B-2F10-4567-94BA-8C5F4D69387F}" dt="2024-01-23T02:19:43.536" v="3" actId="962"/>
        <pc:sldMkLst>
          <pc:docMk/>
          <pc:sldMk cId="3340055771" sldId="430"/>
        </pc:sldMkLst>
      </pc:sldChg>
      <pc:sldChg chg="addSp delSp modSp mod">
        <pc:chgData name="Park sara" userId="256015b203ef4bcb" providerId="LiveId" clId="{88AE875B-2F10-4567-94BA-8C5F4D69387F}" dt="2024-01-23T02:19:51.027" v="6" actId="27614"/>
        <pc:sldMkLst>
          <pc:docMk/>
          <pc:sldMk cId="2432097739" sldId="432"/>
        </pc:sldMkLst>
      </pc:sldChg>
      <pc:sldChg chg="addSp delSp modSp mod">
        <pc:chgData name="Park sara" userId="256015b203ef4bcb" providerId="LiveId" clId="{88AE875B-2F10-4567-94BA-8C5F4D69387F}" dt="2024-01-23T02:19:53.995" v="10" actId="27614"/>
        <pc:sldMkLst>
          <pc:docMk/>
          <pc:sldMk cId="1862327438" sldId="433"/>
        </pc:sldMkLst>
      </pc:sldChg>
      <pc:sldChg chg="addSp delSp modSp mod ord">
        <pc:chgData name="Park sara" userId="256015b203ef4bcb" providerId="LiveId" clId="{88AE875B-2F10-4567-94BA-8C5F4D69387F}" dt="2024-01-23T02:20:44.145" v="36"/>
        <pc:sldMkLst>
          <pc:docMk/>
          <pc:sldMk cId="2557032952" sldId="434"/>
        </pc:sldMkLst>
      </pc:sldChg>
      <pc:sldChg chg="del">
        <pc:chgData name="Park sara" userId="256015b203ef4bcb" providerId="LiveId" clId="{88AE875B-2F10-4567-94BA-8C5F4D69387F}" dt="2024-01-23T02:20:48.028" v="37" actId="2696"/>
        <pc:sldMkLst>
          <pc:docMk/>
          <pc:sldMk cId="582027974" sldId="435"/>
        </pc:sldMkLst>
      </pc:sldChg>
      <pc:sldChg chg="addSp delSp modSp mod">
        <pc:chgData name="Park sara" userId="256015b203ef4bcb" providerId="LiveId" clId="{88AE875B-2F10-4567-94BA-8C5F4D69387F}" dt="2024-01-23T02:20:08.719" v="20" actId="27614"/>
        <pc:sldMkLst>
          <pc:docMk/>
          <pc:sldMk cId="2645339996" sldId="438"/>
        </pc:sldMkLst>
      </pc:sldChg>
      <pc:sldChg chg="ord">
        <pc:chgData name="Park sara" userId="256015b203ef4bcb" providerId="LiveId" clId="{88AE875B-2F10-4567-94BA-8C5F4D69387F}" dt="2024-01-23T02:20:26.142" v="26"/>
        <pc:sldMkLst>
          <pc:docMk/>
          <pc:sldMk cId="964256609" sldId="439"/>
        </pc:sldMkLst>
      </pc:sldChg>
      <pc:sldChg chg="addSp delSp modSp mod ord">
        <pc:chgData name="Park sara" userId="256015b203ef4bcb" providerId="LiveId" clId="{88AE875B-2F10-4567-94BA-8C5F4D69387F}" dt="2024-01-23T02:20:41.497" v="34"/>
        <pc:sldMkLst>
          <pc:docMk/>
          <pc:sldMk cId="4192638575" sldId="441"/>
        </pc:sldMkLst>
      </pc:sldChg>
      <pc:sldChg chg="addSp modSp new mod">
        <pc:chgData name="Park sara" userId="256015b203ef4bcb" providerId="LiveId" clId="{88AE875B-2F10-4567-94BA-8C5F4D69387F}" dt="2024-01-23T02:20:19.203" v="24" actId="962"/>
        <pc:sldMkLst>
          <pc:docMk/>
          <pc:sldMk cId="1474378837" sldId="442"/>
        </pc:sldMkLst>
      </pc:sldChg>
      <pc:sldChg chg="addSp modSp new mod">
        <pc:chgData name="Park sara" userId="256015b203ef4bcb" providerId="LiveId" clId="{88AE875B-2F10-4567-94BA-8C5F4D69387F}" dt="2024-01-23T02:21:08.338" v="40" actId="27614"/>
        <pc:sldMkLst>
          <pc:docMk/>
          <pc:sldMk cId="4007159083" sldId="443"/>
        </pc:sldMkLst>
      </pc:sldChg>
    </pc:docChg>
  </pc:docChgLst>
  <pc:docChgLst>
    <pc:chgData name="Park sara" userId="256015b203ef4bcb" providerId="LiveId" clId="{2B619170-5F03-46D3-9C12-C81EC3368FC9}"/>
    <pc:docChg chg="custSel modSld">
      <pc:chgData name="Park sara" userId="256015b203ef4bcb" providerId="LiveId" clId="{2B619170-5F03-46D3-9C12-C81EC3368FC9}" dt="2023-07-25T10:25:15.415" v="31" actId="962"/>
      <pc:docMkLst>
        <pc:docMk/>
      </pc:docMkLst>
      <pc:sldChg chg="addSp delSp modSp mod">
        <pc:chgData name="Park sara" userId="256015b203ef4bcb" providerId="LiveId" clId="{2B619170-5F03-46D3-9C12-C81EC3368FC9}" dt="2023-07-25T10:24:58.387" v="24" actId="27614"/>
        <pc:sldMkLst>
          <pc:docMk/>
          <pc:sldMk cId="3278356143" sldId="431"/>
        </pc:sldMkLst>
      </pc:sldChg>
      <pc:sldChg chg="addSp delSp modSp mod">
        <pc:chgData name="Park sara" userId="256015b203ef4bcb" providerId="LiveId" clId="{2B619170-5F03-46D3-9C12-C81EC3368FC9}" dt="2023-03-06T06:25:16.123" v="3"/>
        <pc:sldMkLst>
          <pc:docMk/>
          <pc:sldMk cId="2432097739" sldId="432"/>
        </pc:sldMkLst>
      </pc:sldChg>
      <pc:sldChg chg="addSp delSp modSp mod">
        <pc:chgData name="Park sara" userId="256015b203ef4bcb" providerId="LiveId" clId="{2B619170-5F03-46D3-9C12-C81EC3368FC9}" dt="2023-07-13T01:43:29.278" v="18" actId="27614"/>
        <pc:sldMkLst>
          <pc:docMk/>
          <pc:sldMk cId="1862327438" sldId="433"/>
        </pc:sldMkLst>
      </pc:sldChg>
      <pc:sldChg chg="addSp delSp modSp mod">
        <pc:chgData name="Park sara" userId="256015b203ef4bcb" providerId="LiveId" clId="{2B619170-5F03-46D3-9C12-C81EC3368FC9}" dt="2023-07-25T10:25:08.970" v="27" actId="27614"/>
        <pc:sldMkLst>
          <pc:docMk/>
          <pc:sldMk cId="2557032952" sldId="434"/>
        </pc:sldMkLst>
      </pc:sldChg>
      <pc:sldChg chg="addSp delSp modSp mod">
        <pc:chgData name="Park sara" userId="256015b203ef4bcb" providerId="LiveId" clId="{2B619170-5F03-46D3-9C12-C81EC3368FC9}" dt="2023-06-22T02:43:21.414" v="7" actId="962"/>
        <pc:sldMkLst>
          <pc:docMk/>
          <pc:sldMk cId="582027974" sldId="435"/>
        </pc:sldMkLst>
      </pc:sldChg>
      <pc:sldChg chg="addSp delSp modSp mod">
        <pc:chgData name="Park sara" userId="256015b203ef4bcb" providerId="LiveId" clId="{2B619170-5F03-46D3-9C12-C81EC3368FC9}" dt="2023-07-25T10:25:15.415" v="31" actId="962"/>
        <pc:sldMkLst>
          <pc:docMk/>
          <pc:sldMk cId="2645339996" sldId="438"/>
        </pc:sldMkLst>
      </pc:sldChg>
    </pc:docChg>
  </pc:docChgLst>
  <pc:docChgLst>
    <pc:chgData name="Park sara" userId="256015b203ef4bcb" providerId="LiveId" clId="{404D474E-46D1-4B1B-BCC2-5B64E07562DC}"/>
    <pc:docChg chg="custSel addSld delSld modSld">
      <pc:chgData name="Park sara" userId="256015b203ef4bcb" providerId="LiveId" clId="{404D474E-46D1-4B1B-BCC2-5B64E07562DC}" dt="2023-01-28T07:06:26.723" v="32" actId="478"/>
      <pc:docMkLst>
        <pc:docMk/>
      </pc:docMkLst>
      <pc:sldChg chg="addSp delSp modSp mod">
        <pc:chgData name="Park sara" userId="256015b203ef4bcb" providerId="LiveId" clId="{404D474E-46D1-4B1B-BCC2-5B64E07562DC}" dt="2023-01-28T07:05:14.287" v="8"/>
        <pc:sldMkLst>
          <pc:docMk/>
          <pc:sldMk cId="3340055771" sldId="430"/>
        </pc:sldMkLst>
      </pc:sldChg>
      <pc:sldChg chg="addSp delSp modSp mod">
        <pc:chgData name="Park sara" userId="256015b203ef4bcb" providerId="LiveId" clId="{404D474E-46D1-4B1B-BCC2-5B64E07562DC}" dt="2023-01-28T07:05:20.173" v="10"/>
        <pc:sldMkLst>
          <pc:docMk/>
          <pc:sldMk cId="2432097739" sldId="432"/>
        </pc:sldMkLst>
      </pc:sldChg>
      <pc:sldChg chg="addSp delSp modSp mod">
        <pc:chgData name="Park sara" userId="256015b203ef4bcb" providerId="LiveId" clId="{404D474E-46D1-4B1B-BCC2-5B64E07562DC}" dt="2023-01-28T07:05:24.743" v="14" actId="962"/>
        <pc:sldMkLst>
          <pc:docMk/>
          <pc:sldMk cId="1862327438" sldId="433"/>
        </pc:sldMkLst>
      </pc:sldChg>
      <pc:sldChg chg="addSp delSp modSp mod">
        <pc:chgData name="Park sara" userId="256015b203ef4bcb" providerId="LiveId" clId="{404D474E-46D1-4B1B-BCC2-5B64E07562DC}" dt="2023-01-28T07:05:30.015" v="17" actId="27614"/>
        <pc:sldMkLst>
          <pc:docMk/>
          <pc:sldMk cId="2557032952" sldId="434"/>
        </pc:sldMkLst>
      </pc:sldChg>
      <pc:sldChg chg="addSp delSp modSp mod">
        <pc:chgData name="Park sara" userId="256015b203ef4bcb" providerId="LiveId" clId="{404D474E-46D1-4B1B-BCC2-5B64E07562DC}" dt="2023-01-28T07:05:43.553" v="21" actId="962"/>
        <pc:sldMkLst>
          <pc:docMk/>
          <pc:sldMk cId="582027974" sldId="435"/>
        </pc:sldMkLst>
      </pc:sldChg>
      <pc:sldChg chg="addSp delSp modSp mod">
        <pc:chgData name="Park sara" userId="256015b203ef4bcb" providerId="LiveId" clId="{404D474E-46D1-4B1B-BCC2-5B64E07562DC}" dt="2023-01-28T07:05:49.067" v="25" actId="962"/>
        <pc:sldMkLst>
          <pc:docMk/>
          <pc:sldMk cId="2645339996" sldId="438"/>
        </pc:sldMkLst>
      </pc:sldChg>
      <pc:sldChg chg="delSp mod">
        <pc:chgData name="Park sara" userId="256015b203ef4bcb" providerId="LiveId" clId="{404D474E-46D1-4B1B-BCC2-5B64E07562DC}" dt="2023-01-28T07:06:02.986" v="27" actId="478"/>
        <pc:sldMkLst>
          <pc:docMk/>
          <pc:sldMk cId="964256609" sldId="439"/>
        </pc:sldMkLst>
      </pc:sldChg>
      <pc:sldChg chg="addSp delSp modSp new mod">
        <pc:chgData name="Park sara" userId="256015b203ef4bcb" providerId="LiveId" clId="{404D474E-46D1-4B1B-BCC2-5B64E07562DC}" dt="2023-01-28T07:06:26.723" v="32" actId="478"/>
        <pc:sldMkLst>
          <pc:docMk/>
          <pc:sldMk cId="4192638575" sldId="441"/>
        </pc:sldMkLst>
      </pc:sldChg>
      <pc:sldChg chg="add del">
        <pc:chgData name="Park sara" userId="256015b203ef4bcb" providerId="LiveId" clId="{404D474E-46D1-4B1B-BCC2-5B64E07562DC}" dt="2023-01-28T07:05:10.341" v="7"/>
        <pc:sldMkLst>
          <pc:docMk/>
          <pc:sldMk cId="1229732517" sldId="6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880E46-7273-814D-999D-097F9042F334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66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835"/>
            <a:ext cx="54470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3664"/>
            <a:ext cx="2950475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7BB1-061C-E44F-9342-29E143338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2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28497" y="404664"/>
            <a:ext cx="9127014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9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741" y="295904"/>
            <a:ext cx="8915400" cy="565334"/>
          </a:xfrm>
          <a:prstGeom prst="rect">
            <a:avLst/>
          </a:prstGeom>
        </p:spPr>
        <p:txBody>
          <a:bodyPr anchor="ctr"/>
          <a:lstStyle>
            <a:lvl1pPr algn="l"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333226" y="6515846"/>
            <a:ext cx="2311400" cy="365125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93BB12BC-9D34-4146-A949-3BFCA106621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653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287079" y="988828"/>
            <a:ext cx="9324754" cy="55270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33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5" r:id="rId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C3EA2ADF-2AA1-4779-98B1-0F463CFFD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35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663914" y="3028074"/>
            <a:ext cx="4559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중소기업 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가업승계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증여세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과세 특례</a:t>
            </a:r>
          </a:p>
        </p:txBody>
      </p:sp>
    </p:spTree>
    <p:extLst>
      <p:ext uri="{BB962C8B-B14F-4D97-AF65-F5344CB8AC3E}">
        <p14:creationId xmlns:p14="http://schemas.microsoft.com/office/powerpoint/2010/main" val="595208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3" name="그림 2" descr="텍스트, 의류, 사람, 스크린샷이(가) 표시된 사진&#10;&#10;자동 생성된 설명">
            <a:extLst>
              <a:ext uri="{FF2B5EF4-FFF2-40B4-BE49-F238E27FC236}">
                <a16:creationId xmlns:a16="http://schemas.microsoft.com/office/drawing/2014/main" id="{7E156C63-8F14-43A1-BDED-0AEF0473D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5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5" name="그림 4" descr="텍스트, 스크린샷, 폰트, 로고이(가) 표시된 사진&#10;&#10;자동 생성된 설명">
            <a:extLst>
              <a:ext uri="{FF2B5EF4-FFF2-40B4-BE49-F238E27FC236}">
                <a16:creationId xmlns:a16="http://schemas.microsoft.com/office/drawing/2014/main" id="{44101C23-2BF1-4C87-88F0-330B072C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09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18F485C0-0D9E-40FD-AF7E-E56655319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2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9FA68-9AC8-4DB0-BF6D-760D7440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D75602F-04DB-438B-8C61-BCE6E28A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8" name="그림 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3791B8E-2F76-F57C-2B4A-7457B0396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59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BC68B-C9BA-C419-A208-3D44CF62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5347510A-D2A5-45BA-B010-B02221D9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38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083364" y="3028074"/>
            <a:ext cx="3666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중소기업 </a:t>
            </a:r>
            <a:r>
              <a:rPr lang="ko-KR" altLang="en-US" sz="2400" dirty="0">
                <a:solidFill>
                  <a:schemeClr val="accent6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가업상속공제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제도 </a:t>
            </a:r>
          </a:p>
        </p:txBody>
      </p:sp>
    </p:spTree>
    <p:extLst>
      <p:ext uri="{BB962C8B-B14F-4D97-AF65-F5344CB8AC3E}">
        <p14:creationId xmlns:p14="http://schemas.microsoft.com/office/powerpoint/2010/main" val="4130609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7" name="그림 6" descr="텍스트, 의류, 스크린샷, 사람이(가) 표시된 사진&#10;&#10;자동 생성된 설명">
            <a:extLst>
              <a:ext uri="{FF2B5EF4-FFF2-40B4-BE49-F238E27FC236}">
                <a16:creationId xmlns:a16="http://schemas.microsoft.com/office/drawing/2014/main" id="{7F079A03-93A2-442E-B029-BAAA2D4A5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3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5" name="그림 4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21A7421-46B5-297C-F776-AD5C9625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339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5CD9B-0D79-4315-9968-301940AA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486701-BEB9-4123-9F82-9665DA7C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5" name="그림 4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2949D050-D95C-4725-92F4-69688FE7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78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42EEE2D-FD24-F1EE-78B4-E6E2D9479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5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B12BC-9D34-4146-A949-3BFCA106621A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3F08942-7470-4942-859E-0FA68D9A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8" y="349367"/>
            <a:ext cx="9906000" cy="587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84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6800</TotalTime>
  <Words>16</Words>
  <Application>Microsoft Office PowerPoint</Application>
  <PresentationFormat>A4 용지(210x297mm)</PresentationFormat>
  <Paragraphs>10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KoPub돋움체 Bold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sara Park</cp:lastModifiedBy>
  <cp:revision>888</cp:revision>
  <cp:lastPrinted>2017-11-08T02:03:09Z</cp:lastPrinted>
  <dcterms:created xsi:type="dcterms:W3CDTF">2015-11-17T08:12:19Z</dcterms:created>
  <dcterms:modified xsi:type="dcterms:W3CDTF">2025-04-03T11:46:08Z</dcterms:modified>
</cp:coreProperties>
</file>
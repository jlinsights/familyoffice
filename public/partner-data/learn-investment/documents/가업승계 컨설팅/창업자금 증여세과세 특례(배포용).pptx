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</p:sldMasterIdLst>
  <p:notesMasterIdLst>
    <p:notesMasterId r:id="rId9"/>
  </p:notesMasterIdLst>
  <p:sldIdLst>
    <p:sldId id="372" r:id="rId2"/>
    <p:sldId id="412" r:id="rId3"/>
    <p:sldId id="413" r:id="rId4"/>
    <p:sldId id="414" r:id="rId5"/>
    <p:sldId id="415" r:id="rId6"/>
    <p:sldId id="416" r:id="rId7"/>
    <p:sldId id="417" r:id="rId8"/>
  </p:sldIdLst>
  <p:sldSz cx="9906000" cy="6858000" type="A4"/>
  <p:notesSz cx="6808788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5" userDrawn="1">
          <p15:clr>
            <a:srgbClr val="A4A3A4"/>
          </p15:clr>
        </p15:guide>
        <p15:guide id="2" pos="1737" userDrawn="1">
          <p15:clr>
            <a:srgbClr val="A4A3A4"/>
          </p15:clr>
        </p15:guide>
        <p15:guide id="3" orient="horz" pos="78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>
          <p15:clr>
            <a:srgbClr val="A4A3A4"/>
          </p15:clr>
        </p15:guide>
        <p15:guide id="2" pos="214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44A0"/>
    <a:srgbClr val="0E5494"/>
    <a:srgbClr val="DEEBF7"/>
    <a:srgbClr val="FFFFFF"/>
    <a:srgbClr val="3BBDC3"/>
    <a:srgbClr val="0E5390"/>
    <a:srgbClr val="2389A1"/>
    <a:srgbClr val="CFEFF1"/>
    <a:srgbClr val="FDEADA"/>
    <a:srgbClr val="00B0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DAB5CA-ABAA-4665-A527-FE11090ADDA4}" v="1" dt="2024-01-23T02:25:37.2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52" autoAdjust="0"/>
    <p:restoredTop sz="95145" autoAdjust="0"/>
  </p:normalViewPr>
  <p:slideViewPr>
    <p:cSldViewPr snapToGrid="0" snapToObjects="1">
      <p:cViewPr varScale="1">
        <p:scale>
          <a:sx n="101" d="100"/>
          <a:sy n="101" d="100"/>
        </p:scale>
        <p:origin x="1266" y="114"/>
      </p:cViewPr>
      <p:guideLst>
        <p:guide orient="horz" pos="1025"/>
        <p:guide pos="1737"/>
        <p:guide orient="horz" pos="78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9" d="100"/>
          <a:sy n="79" d="100"/>
        </p:scale>
        <p:origin x="-3944" y="-60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k sara" userId="256015b203ef4bcb" providerId="LiveId" clId="{5ECB8CED-F900-4854-A235-63C43380656B}"/>
    <pc:docChg chg="custSel delSld modSld">
      <pc:chgData name="Park sara" userId="256015b203ef4bcb" providerId="LiveId" clId="{5ECB8CED-F900-4854-A235-63C43380656B}" dt="2023-01-28T06:41:37.512" v="10" actId="27614"/>
      <pc:docMkLst>
        <pc:docMk/>
      </pc:docMkLst>
      <pc:sldChg chg="addSp delSp modSp mod">
        <pc:chgData name="Park sara" userId="256015b203ef4bcb" providerId="LiveId" clId="{5ECB8CED-F900-4854-A235-63C43380656B}" dt="2023-01-28T06:41:10.437" v="1"/>
        <pc:sldMkLst>
          <pc:docMk/>
          <pc:sldMk cId="2965057263" sldId="413"/>
        </pc:sldMkLst>
        <pc:picChg chg="del">
          <ac:chgData name="Park sara" userId="256015b203ef4bcb" providerId="LiveId" clId="{5ECB8CED-F900-4854-A235-63C43380656B}" dt="2023-01-28T06:41:06.156" v="0" actId="478"/>
          <ac:picMkLst>
            <pc:docMk/>
            <pc:sldMk cId="2965057263" sldId="413"/>
            <ac:picMk id="4" creationId="{956BBCC9-F3D0-4BEC-B4E8-2D9DF02A50CB}"/>
          </ac:picMkLst>
        </pc:picChg>
        <pc:picChg chg="add mod">
          <ac:chgData name="Park sara" userId="256015b203ef4bcb" providerId="LiveId" clId="{5ECB8CED-F900-4854-A235-63C43380656B}" dt="2023-01-28T06:41:10.437" v="1"/>
          <ac:picMkLst>
            <pc:docMk/>
            <pc:sldMk cId="2965057263" sldId="413"/>
            <ac:picMk id="5" creationId="{9E8A1FB5-CF72-A5A5-495C-2A3EE5AEA82D}"/>
          </ac:picMkLst>
        </pc:picChg>
      </pc:sldChg>
      <pc:sldChg chg="addSp delSp modSp mod">
        <pc:chgData name="Park sara" userId="256015b203ef4bcb" providerId="LiveId" clId="{5ECB8CED-F900-4854-A235-63C43380656B}" dt="2023-01-28T06:41:19.831" v="3"/>
        <pc:sldMkLst>
          <pc:docMk/>
          <pc:sldMk cId="934241419" sldId="414"/>
        </pc:sldMkLst>
        <pc:picChg chg="add mod">
          <ac:chgData name="Park sara" userId="256015b203ef4bcb" providerId="LiveId" clId="{5ECB8CED-F900-4854-A235-63C43380656B}" dt="2023-01-28T06:41:19.831" v="3"/>
          <ac:picMkLst>
            <pc:docMk/>
            <pc:sldMk cId="934241419" sldId="414"/>
            <ac:picMk id="4" creationId="{949A31E8-EA00-0CA6-E6F4-17EF7909A365}"/>
          </ac:picMkLst>
        </pc:picChg>
        <pc:picChg chg="del">
          <ac:chgData name="Park sara" userId="256015b203ef4bcb" providerId="LiveId" clId="{5ECB8CED-F900-4854-A235-63C43380656B}" dt="2023-01-28T06:41:15.489" v="2" actId="478"/>
          <ac:picMkLst>
            <pc:docMk/>
            <pc:sldMk cId="934241419" sldId="414"/>
            <ac:picMk id="5" creationId="{FABC7220-DC2A-4510-BAAB-F5ABD66A4DB1}"/>
          </ac:picMkLst>
        </pc:picChg>
      </pc:sldChg>
      <pc:sldChg chg="addSp delSp modSp mod">
        <pc:chgData name="Park sara" userId="256015b203ef4bcb" providerId="LiveId" clId="{5ECB8CED-F900-4854-A235-63C43380656B}" dt="2023-01-28T06:41:26.475" v="6" actId="27614"/>
        <pc:sldMkLst>
          <pc:docMk/>
          <pc:sldMk cId="2507346812" sldId="415"/>
        </pc:sldMkLst>
        <pc:picChg chg="add mod">
          <ac:chgData name="Park sara" userId="256015b203ef4bcb" providerId="LiveId" clId="{5ECB8CED-F900-4854-A235-63C43380656B}" dt="2023-01-28T06:41:26.475" v="6" actId="27614"/>
          <ac:picMkLst>
            <pc:docMk/>
            <pc:sldMk cId="2507346812" sldId="415"/>
            <ac:picMk id="4" creationId="{C42C5C71-9AD0-90CA-D9C2-58DD06A55777}"/>
          </ac:picMkLst>
        </pc:picChg>
        <pc:picChg chg="del">
          <ac:chgData name="Park sara" userId="256015b203ef4bcb" providerId="LiveId" clId="{5ECB8CED-F900-4854-A235-63C43380656B}" dt="2023-01-28T06:41:23.594" v="4" actId="478"/>
          <ac:picMkLst>
            <pc:docMk/>
            <pc:sldMk cId="2507346812" sldId="415"/>
            <ac:picMk id="5" creationId="{B4F1B823-608B-46C2-813A-18E59BBB6610}"/>
          </ac:picMkLst>
        </pc:picChg>
      </pc:sldChg>
      <pc:sldChg chg="addSp delSp modSp mod">
        <pc:chgData name="Park sara" userId="256015b203ef4bcb" providerId="LiveId" clId="{5ECB8CED-F900-4854-A235-63C43380656B}" dt="2023-01-28T06:41:37.512" v="10" actId="27614"/>
        <pc:sldMkLst>
          <pc:docMk/>
          <pc:sldMk cId="2937872093" sldId="417"/>
        </pc:sldMkLst>
        <pc:picChg chg="add mod">
          <ac:chgData name="Park sara" userId="256015b203ef4bcb" providerId="LiveId" clId="{5ECB8CED-F900-4854-A235-63C43380656B}" dt="2023-01-28T06:41:37.512" v="10" actId="27614"/>
          <ac:picMkLst>
            <pc:docMk/>
            <pc:sldMk cId="2937872093" sldId="417"/>
            <ac:picMk id="4" creationId="{7BC1F0F1-F46A-B813-FE4B-BE9095B7B4D4}"/>
          </ac:picMkLst>
        </pc:picChg>
        <pc:picChg chg="del">
          <ac:chgData name="Park sara" userId="256015b203ef4bcb" providerId="LiveId" clId="{5ECB8CED-F900-4854-A235-63C43380656B}" dt="2023-01-28T06:41:34.959" v="8" actId="478"/>
          <ac:picMkLst>
            <pc:docMk/>
            <pc:sldMk cId="2937872093" sldId="417"/>
            <ac:picMk id="5" creationId="{3CCC35D6-E86D-420B-9C3B-FFA88DABF23D}"/>
          </ac:picMkLst>
        </pc:picChg>
      </pc:sldChg>
      <pc:sldChg chg="del">
        <pc:chgData name="Park sara" userId="256015b203ef4bcb" providerId="LiveId" clId="{5ECB8CED-F900-4854-A235-63C43380656B}" dt="2023-01-28T06:41:32.808" v="7" actId="2696"/>
        <pc:sldMkLst>
          <pc:docMk/>
          <pc:sldMk cId="3141272168" sldId="418"/>
        </pc:sldMkLst>
      </pc:sldChg>
    </pc:docChg>
  </pc:docChgLst>
  <pc:docChgLst>
    <pc:chgData name="Park sara" userId="256015b203ef4bcb" providerId="LiveId" clId="{65DAB5CA-ABAA-4665-A527-FE11090ADDA4}"/>
    <pc:docChg chg="custSel modSld">
      <pc:chgData name="Park sara" userId="256015b203ef4bcb" providerId="LiveId" clId="{65DAB5CA-ABAA-4665-A527-FE11090ADDA4}" dt="2024-01-23T02:25:38.001" v="3" actId="962"/>
      <pc:docMkLst>
        <pc:docMk/>
      </pc:docMkLst>
      <pc:sldChg chg="addSp delSp modSp mod">
        <pc:chgData name="Park sara" userId="256015b203ef4bcb" providerId="LiveId" clId="{65DAB5CA-ABAA-4665-A527-FE11090ADDA4}" dt="2024-01-23T02:25:38.001" v="3" actId="962"/>
        <pc:sldMkLst>
          <pc:docMk/>
          <pc:sldMk cId="2965057263" sldId="413"/>
        </pc:sldMkLst>
        <pc:picChg chg="add mod">
          <ac:chgData name="Park sara" userId="256015b203ef4bcb" providerId="LiveId" clId="{65DAB5CA-ABAA-4665-A527-FE11090ADDA4}" dt="2024-01-23T02:25:38.001" v="3" actId="962"/>
          <ac:picMkLst>
            <pc:docMk/>
            <pc:sldMk cId="2965057263" sldId="413"/>
            <ac:picMk id="4" creationId="{1C26C471-282D-4B17-B0ED-A84ECE16C04F}"/>
          </ac:picMkLst>
        </pc:picChg>
        <pc:picChg chg="del">
          <ac:chgData name="Park sara" userId="256015b203ef4bcb" providerId="LiveId" clId="{65DAB5CA-ABAA-4665-A527-FE11090ADDA4}" dt="2024-01-23T02:25:34.621" v="0" actId="478"/>
          <ac:picMkLst>
            <pc:docMk/>
            <pc:sldMk cId="2965057263" sldId="413"/>
            <ac:picMk id="5" creationId="{9E8A1FB5-CF72-A5A5-495C-2A3EE5AEA82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50475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6737" y="0"/>
            <a:ext cx="2950475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880E46-7273-814D-999D-097F9042F334}" type="datetimeFigureOut">
              <a:rPr lang="en-US" smtClean="0"/>
              <a:t>1/23/2024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6638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879" y="4784835"/>
            <a:ext cx="54470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43664"/>
            <a:ext cx="2950475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6737" y="9443664"/>
            <a:ext cx="2950475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D87BB1-061C-E44F-9342-29E143338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27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428497" y="404664"/>
            <a:ext cx="9127014" cy="5976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3960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0741" y="295904"/>
            <a:ext cx="8915400" cy="565334"/>
          </a:xfrm>
          <a:prstGeom prst="rect">
            <a:avLst/>
          </a:prstGeom>
        </p:spPr>
        <p:txBody>
          <a:bodyPr anchor="ctr"/>
          <a:lstStyle>
            <a:lvl1pPr algn="l">
              <a:defRPr sz="240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7333226" y="6515846"/>
            <a:ext cx="23114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93BB12BC-9D34-4146-A949-3BFCA106621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6534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4232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 userDrawn="1"/>
        </p:nvSpPr>
        <p:spPr>
          <a:xfrm>
            <a:off x="287079" y="988828"/>
            <a:ext cx="9324754" cy="55270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4"/>
          <p:cNvSpPr>
            <a:spLocks noGrp="1"/>
          </p:cNvSpPr>
          <p:nvPr>
            <p:ph type="sldNum" sz="quarter" idx="4"/>
          </p:nvPr>
        </p:nvSpPr>
        <p:spPr>
          <a:xfrm>
            <a:off x="7333226" y="6515846"/>
            <a:ext cx="23114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93BB12BC-9D34-4146-A949-3BFCA106621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5338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5" r:id="rId2"/>
    <p:sldLayoutId id="2147483693" r:id="rId3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332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8" name="슬라이드 번호 개체 틀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12BC-9D34-4146-A949-3BFCA106621A}" type="slidenum">
              <a:rPr lang="ko-KR" altLang="en-US" smtClean="0"/>
              <a:pPr/>
              <a:t>2</a:t>
            </a:fld>
            <a:endParaRPr lang="ko-KR" altLang="en-US"/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684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12BC-9D34-4146-A949-3BFCA106621A}" type="slidenum">
              <a:rPr lang="ko-KR" altLang="en-US" smtClean="0"/>
              <a:pPr/>
              <a:t>3</a:t>
            </a:fld>
            <a:endParaRPr lang="ko-KR" altLang="en-US"/>
          </a:p>
        </p:txBody>
      </p:sp>
      <p:pic>
        <p:nvPicPr>
          <p:cNvPr id="4" name="그림 3" descr="텍스트, 의류, 스크린샷, 사람이(가) 표시된 사진&#10;&#10;자동 생성된 설명">
            <a:extLst>
              <a:ext uri="{FF2B5EF4-FFF2-40B4-BE49-F238E27FC236}">
                <a16:creationId xmlns:a16="http://schemas.microsoft.com/office/drawing/2014/main" id="{1C26C471-282D-4B17-B0ED-A84ECE16C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057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12BC-9D34-4146-A949-3BFCA106621A}" type="slidenum">
              <a:rPr lang="ko-KR" altLang="en-US" smtClean="0"/>
              <a:pPr/>
              <a:t>4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49A31E8-EA00-0CA6-E6F4-17EF7909A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241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12BC-9D34-4146-A949-3BFCA106621A}" type="slidenum">
              <a:rPr lang="ko-KR" altLang="en-US" smtClean="0"/>
              <a:pPr/>
              <a:t>5</a:t>
            </a:fld>
            <a:endParaRPr lang="ko-KR" altLang="en-US"/>
          </a:p>
        </p:txBody>
      </p:sp>
      <p:pic>
        <p:nvPicPr>
          <p:cNvPr id="4" name="그림 3" descr="텍스트이(가) 표시된 사진&#10;&#10;자동 생성된 설명">
            <a:extLst>
              <a:ext uri="{FF2B5EF4-FFF2-40B4-BE49-F238E27FC236}">
                <a16:creationId xmlns:a16="http://schemas.microsoft.com/office/drawing/2014/main" id="{C42C5C71-9AD0-90CA-D9C2-58DD06A55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346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D1C00CEA-7C37-421F-B1EC-6E206E3E2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12BC-9D34-4146-A949-3BFCA106621A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3754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12BC-9D34-4146-A949-3BFCA106621A}" type="slidenum">
              <a:rPr lang="ko-KR" altLang="en-US" smtClean="0"/>
              <a:pPr/>
              <a:t>7</a:t>
            </a:fld>
            <a:endParaRPr lang="ko-KR" altLang="en-US"/>
          </a:p>
        </p:txBody>
      </p:sp>
      <p:pic>
        <p:nvPicPr>
          <p:cNvPr id="4" name="그림 3" descr="텍스트이(가) 표시된 사진&#10;&#10;자동 생성된 설명">
            <a:extLst>
              <a:ext uri="{FF2B5EF4-FFF2-40B4-BE49-F238E27FC236}">
                <a16:creationId xmlns:a16="http://schemas.microsoft.com/office/drawing/2014/main" id="{7BC1F0F1-F46A-B813-FE4B-BE9095B7B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872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6611</TotalTime>
  <Words>6</Words>
  <Application>Microsoft Office PowerPoint</Application>
  <PresentationFormat>A4 용지(210x297mm)</PresentationFormat>
  <Paragraphs>6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Arial</vt:lpstr>
      <vt:lpstr>Calibri</vt:lpstr>
      <vt:lpstr>KoPub돋움체 Bold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박 세라</cp:lastModifiedBy>
  <cp:revision>867</cp:revision>
  <cp:lastPrinted>2017-11-08T02:03:09Z</cp:lastPrinted>
  <dcterms:created xsi:type="dcterms:W3CDTF">2015-11-17T08:12:19Z</dcterms:created>
  <dcterms:modified xsi:type="dcterms:W3CDTF">2024-01-23T02:25:39Z</dcterms:modified>
</cp:coreProperties>
</file>
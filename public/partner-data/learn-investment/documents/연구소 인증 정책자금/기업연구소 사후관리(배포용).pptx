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10"/>
  </p:notesMasterIdLst>
  <p:sldIdLst>
    <p:sldId id="482" r:id="rId2"/>
    <p:sldId id="483" r:id="rId3"/>
    <p:sldId id="484" r:id="rId4"/>
    <p:sldId id="485" r:id="rId5"/>
    <p:sldId id="486" r:id="rId6"/>
    <p:sldId id="487" r:id="rId7"/>
    <p:sldId id="488" r:id="rId8"/>
    <p:sldId id="489" r:id="rId9"/>
  </p:sldIdLst>
  <p:sldSz cx="9906000" cy="6858000" type="A4"/>
  <p:notesSz cx="6808788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5" userDrawn="1">
          <p15:clr>
            <a:srgbClr val="A4A3A4"/>
          </p15:clr>
        </p15:guide>
        <p15:guide id="2" pos="1737" userDrawn="1">
          <p15:clr>
            <a:srgbClr val="A4A3A4"/>
          </p15:clr>
        </p15:guide>
        <p15:guide id="3" orient="horz" pos="7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0F9"/>
    <a:srgbClr val="DEEBF7"/>
    <a:srgbClr val="013D79"/>
    <a:srgbClr val="3158A6"/>
    <a:srgbClr val="3BBDC3"/>
    <a:srgbClr val="0E5494"/>
    <a:srgbClr val="3065D0"/>
    <a:srgbClr val="2389A1"/>
    <a:srgbClr val="0E5390"/>
    <a:srgbClr val="DCE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28" autoAdjust="0"/>
    <p:restoredTop sz="95145" autoAdjust="0"/>
  </p:normalViewPr>
  <p:slideViewPr>
    <p:cSldViewPr snapToGrid="0" snapToObjects="1">
      <p:cViewPr varScale="1">
        <p:scale>
          <a:sx n="108" d="100"/>
          <a:sy n="108" d="100"/>
        </p:scale>
        <p:origin x="1386" y="108"/>
      </p:cViewPr>
      <p:guideLst>
        <p:guide orient="horz" pos="1025"/>
        <p:guide pos="1737"/>
        <p:guide orient="horz" pos="7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0475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6737" y="0"/>
            <a:ext cx="2950475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880E46-7273-814D-999D-097F9042F334}" type="datetimeFigureOut">
              <a:rPr lang="en-US" smtClean="0"/>
              <a:t>2/26/2021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6638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879" y="4784835"/>
            <a:ext cx="54470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3664"/>
            <a:ext cx="2950475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6737" y="9443664"/>
            <a:ext cx="2950475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87BB1-061C-E44F-9342-29E143338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27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28497" y="404664"/>
            <a:ext cx="9127014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960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741" y="295904"/>
            <a:ext cx="8915400" cy="565334"/>
          </a:xfrm>
          <a:prstGeom prst="rect">
            <a:avLst/>
          </a:prstGeom>
        </p:spPr>
        <p:txBody>
          <a:bodyPr anchor="ctr"/>
          <a:lstStyle>
            <a:lvl1pPr algn="l">
              <a:defRPr sz="240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333226" y="6515846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95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BB12BC-9D34-4146-A949-3BFCA106621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348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741" y="295904"/>
            <a:ext cx="8915400" cy="565334"/>
          </a:xfrm>
          <a:prstGeom prst="rect">
            <a:avLst/>
          </a:prstGeom>
        </p:spPr>
        <p:txBody>
          <a:bodyPr anchor="ctr"/>
          <a:lstStyle>
            <a:lvl1pPr algn="l">
              <a:defRPr sz="240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76534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 userDrawn="1"/>
        </p:nvSpPr>
        <p:spPr>
          <a:xfrm>
            <a:off x="287079" y="988828"/>
            <a:ext cx="9324754" cy="55270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338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706" r:id="rId2"/>
    <p:sldLayoutId id="2147483685" r:id="rId3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AF467D-7368-479C-94CD-3F053F246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D4941447-54CA-4C3E-BE3D-0447F0C09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C7350C-9D9D-41DA-BB57-42F4EA175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088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0A2DEA6-97FA-47FE-9683-0D1F7355D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93BB12BC-9D34-4146-A949-3BFCA106621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050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655F615-4A2F-47AF-B91B-AF4B0EB43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93BB12BC-9D34-4146-A949-3BFCA106621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095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3C2F4E18-368E-40E0-BAB4-268BC1E91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93BB12BC-9D34-4146-A949-3BFCA106621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867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02613180-EA6A-43F4-B9F5-12DCF4ADB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93BB12BC-9D34-4146-A949-3BFCA106621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39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7EB59BD3-4636-4F9A-8394-BAD0050B2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93BB12BC-9D34-4146-A949-3BFCA106621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947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B5CF6B2C-A568-41EF-9968-1CEFFA44D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93BB12BC-9D34-4146-A949-3BFCA106621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599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6341</TotalTime>
  <Words>7</Words>
  <Application>Microsoft Office PowerPoint</Application>
  <PresentationFormat>A4 용지(210x297mm)</PresentationFormat>
  <Paragraphs>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KoPub돋움체 Bold</vt:lpstr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런인 베스트</cp:lastModifiedBy>
  <cp:revision>841</cp:revision>
  <cp:lastPrinted>2017-11-08T02:06:36Z</cp:lastPrinted>
  <dcterms:created xsi:type="dcterms:W3CDTF">2015-11-17T08:12:19Z</dcterms:created>
  <dcterms:modified xsi:type="dcterms:W3CDTF">2021-02-26T08:53:03Z</dcterms:modified>
</cp:coreProperties>
</file>
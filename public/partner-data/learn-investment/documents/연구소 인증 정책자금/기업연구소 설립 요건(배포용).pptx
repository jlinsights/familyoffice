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4"/>
  </p:notesMasterIdLst>
  <p:sldIdLst>
    <p:sldId id="468" r:id="rId2"/>
    <p:sldId id="470" r:id="rId3"/>
    <p:sldId id="471" r:id="rId4"/>
    <p:sldId id="472" r:id="rId5"/>
    <p:sldId id="473" r:id="rId6"/>
    <p:sldId id="474" r:id="rId7"/>
    <p:sldId id="475" r:id="rId8"/>
    <p:sldId id="476" r:id="rId9"/>
    <p:sldId id="477" r:id="rId10"/>
    <p:sldId id="478" r:id="rId11"/>
    <p:sldId id="479" r:id="rId12"/>
    <p:sldId id="480" r:id="rId13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89A1"/>
    <a:srgbClr val="3065D0"/>
    <a:srgbClr val="E7F0F9"/>
    <a:srgbClr val="DEEBF7"/>
    <a:srgbClr val="013D79"/>
    <a:srgbClr val="3158A6"/>
    <a:srgbClr val="3BBDC3"/>
    <a:srgbClr val="0E5494"/>
    <a:srgbClr val="0E5390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E1E45-464B-435A-87E7-238E1DE844E3}" v="1" dt="2023-01-28T07:36:46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8" autoAdjust="0"/>
    <p:restoredTop sz="95145" autoAdjust="0"/>
  </p:normalViewPr>
  <p:slideViewPr>
    <p:cSldViewPr snapToGrid="0" snapToObjects="1">
      <p:cViewPr varScale="1">
        <p:scale>
          <a:sx n="105" d="100"/>
          <a:sy n="105" d="100"/>
        </p:scale>
        <p:origin x="1482" y="78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ara" userId="256015b203ef4bcb" providerId="LiveId" clId="{459E1E45-464B-435A-87E7-238E1DE844E3}"/>
    <pc:docChg chg="custSel modSld">
      <pc:chgData name="Park sara" userId="256015b203ef4bcb" providerId="LiveId" clId="{459E1E45-464B-435A-87E7-238E1DE844E3}" dt="2023-01-28T07:36:47.317" v="3" actId="962"/>
      <pc:docMkLst>
        <pc:docMk/>
      </pc:docMkLst>
      <pc:sldChg chg="addSp delSp modSp mod">
        <pc:chgData name="Park sara" userId="256015b203ef4bcb" providerId="LiveId" clId="{459E1E45-464B-435A-87E7-238E1DE844E3}" dt="2023-01-28T07:36:47.317" v="3" actId="962"/>
        <pc:sldMkLst>
          <pc:docMk/>
          <pc:sldMk cId="3382312764" sldId="472"/>
        </pc:sldMkLst>
        <pc:picChg chg="add mod">
          <ac:chgData name="Park sara" userId="256015b203ef4bcb" providerId="LiveId" clId="{459E1E45-464B-435A-87E7-238E1DE844E3}" dt="2023-01-28T07:36:47.317" v="3" actId="962"/>
          <ac:picMkLst>
            <pc:docMk/>
            <pc:sldMk cId="3382312764" sldId="472"/>
            <ac:picMk id="3" creationId="{76F61E4C-77DC-A8E0-998E-04F9957CADB5}"/>
          </ac:picMkLst>
        </pc:picChg>
        <pc:picChg chg="del">
          <ac:chgData name="Park sara" userId="256015b203ef4bcb" providerId="LiveId" clId="{459E1E45-464B-435A-87E7-238E1DE844E3}" dt="2023-01-28T07:36:42.038" v="0" actId="478"/>
          <ac:picMkLst>
            <pc:docMk/>
            <pc:sldMk cId="3382312764" sldId="472"/>
            <ac:picMk id="7" creationId="{816DD0F5-01C9-43AB-B07E-F7B7DEEF9F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95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67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82" r:id="rId2"/>
    <p:sldLayoutId id="2147483685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/>
          <a:p>
            <a:fld id="{93BB12BC-9D34-4146-A949-3BFCA106621A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96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FAC9075-1A53-497B-9F72-51FB83EE1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EDD5BE-86F6-4329-BB71-AE19AFC8D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1173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0FC5730-6545-4317-B0DF-64DA1D36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1E0A22-DB59-455E-BED2-A1F51201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09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EB6AAF-824D-424E-B36A-460025385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76F61E4C-77DC-A8E0-998E-04F9957C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1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3FA5CC-8AE8-46A1-9E7B-B1FAB0D9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A8BF7F-E9A6-A4A5-FA3B-1A6B76B27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53"/>
            <a:ext cx="9906000" cy="677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4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6FEE6A-5DCB-4DFD-AE11-1AB0378E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FD440C93-349B-3C98-F16C-C9BEDF211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5CD9D68D-CFEB-47C3-86EB-37F589A1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9DC45E-F573-4DE4-AECF-E0D41BA0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08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6210A5FF-E5D5-425B-8677-4AC0D3D08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F7056-9D17-4D84-A153-F9053A39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1576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실내이(가) 표시된 사진&#10;&#10;자동 생성된 설명">
            <a:extLst>
              <a:ext uri="{FF2B5EF4-FFF2-40B4-BE49-F238E27FC236}">
                <a16:creationId xmlns:a16="http://schemas.microsoft.com/office/drawing/2014/main" id="{021980D3-AD9B-4F61-A059-8C3C047A3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A2C693-405B-46E9-91DD-51942646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46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실내, 스크린샷이(가) 표시된 사진&#10;&#10;자동 생성된 설명">
            <a:extLst>
              <a:ext uri="{FF2B5EF4-FFF2-40B4-BE49-F238E27FC236}">
                <a16:creationId xmlns:a16="http://schemas.microsoft.com/office/drawing/2014/main" id="{AE6C6522-18F1-4C01-9ED5-1EBD1855E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1C02A3-1BC0-4C8E-B243-7FE0FED9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49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850D88F-9409-4C25-93DF-0B571BD87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AE1A78-D73A-4670-9EBC-FA23CABF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30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7C57D885-07F8-2FA3-37EA-E14379F27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2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6341</TotalTime>
  <Words>11</Words>
  <Application>Microsoft Office PowerPoint</Application>
  <PresentationFormat>A4 용지(210x297mm)</PresentationFormat>
  <Paragraphs>11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Arial</vt:lpstr>
      <vt:lpstr>Calibri</vt:lpstr>
      <vt:lpstr>KoPub돋움체 Bold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태오 엄</cp:lastModifiedBy>
  <cp:revision>842</cp:revision>
  <cp:lastPrinted>2017-11-08T02:06:36Z</cp:lastPrinted>
  <dcterms:created xsi:type="dcterms:W3CDTF">2015-11-17T08:12:19Z</dcterms:created>
  <dcterms:modified xsi:type="dcterms:W3CDTF">2024-02-13T00:48:08Z</dcterms:modified>
</cp:coreProperties>
</file>
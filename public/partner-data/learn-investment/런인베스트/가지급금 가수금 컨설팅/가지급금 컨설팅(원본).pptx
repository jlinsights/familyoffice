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9" r:id="rId1"/>
  </p:sldMasterIdLst>
  <p:notesMasterIdLst>
    <p:notesMasterId r:id="rId16"/>
  </p:notesMasterIdLst>
  <p:sldIdLst>
    <p:sldId id="380" r:id="rId2"/>
    <p:sldId id="436" r:id="rId3"/>
    <p:sldId id="427" r:id="rId4"/>
    <p:sldId id="428" r:id="rId5"/>
    <p:sldId id="433" r:id="rId6"/>
    <p:sldId id="435" r:id="rId7"/>
    <p:sldId id="434" r:id="rId8"/>
    <p:sldId id="439" r:id="rId9"/>
    <p:sldId id="561" r:id="rId10"/>
    <p:sldId id="565" r:id="rId11"/>
    <p:sldId id="559" r:id="rId12"/>
    <p:sldId id="450" r:id="rId13"/>
    <p:sldId id="449" r:id="rId14"/>
    <p:sldId id="373" r:id="rId15"/>
  </p:sldIdLst>
  <p:sldSz cx="9906000" cy="6858000" type="A4"/>
  <p:notesSz cx="6808788" cy="99425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25" userDrawn="1">
          <p15:clr>
            <a:srgbClr val="A4A3A4"/>
          </p15:clr>
        </p15:guide>
        <p15:guide id="2" pos="1737" userDrawn="1">
          <p15:clr>
            <a:srgbClr val="A4A3A4"/>
          </p15:clr>
        </p15:guide>
        <p15:guide id="3" orient="horz" pos="78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3D79"/>
    <a:srgbClr val="3158A6"/>
    <a:srgbClr val="3BBDC3"/>
    <a:srgbClr val="0E5494"/>
    <a:srgbClr val="3065D0"/>
    <a:srgbClr val="DEEBF7"/>
    <a:srgbClr val="2389A1"/>
    <a:srgbClr val="0E5390"/>
    <a:srgbClr val="DCE6F2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2D06C5-11E1-47B7-8D97-2810E282DA6E}" v="4" dt="2024-01-23T08:36:35.4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28" autoAdjust="0"/>
    <p:restoredTop sz="95145" autoAdjust="0"/>
  </p:normalViewPr>
  <p:slideViewPr>
    <p:cSldViewPr snapToGrid="0" snapToObjects="1">
      <p:cViewPr varScale="1">
        <p:scale>
          <a:sx n="101" d="100"/>
          <a:sy n="101" d="100"/>
        </p:scale>
        <p:origin x="1530" y="114"/>
      </p:cViewPr>
      <p:guideLst>
        <p:guide orient="horz" pos="1025"/>
        <p:guide pos="1737"/>
        <p:guide orient="horz" pos="78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rk sara" userId="256015b203ef4bcb" providerId="LiveId" clId="{51C3A65A-1F54-4768-A47D-1F4F1457CBF5}"/>
    <pc:docChg chg="modSld">
      <pc:chgData name="Park sara" userId="256015b203ef4bcb" providerId="LiveId" clId="{51C3A65A-1F54-4768-A47D-1F4F1457CBF5}" dt="2022-10-16T08:02:46.736" v="1" actId="404"/>
      <pc:docMkLst>
        <pc:docMk/>
      </pc:docMkLst>
      <pc:sldChg chg="modSp mod">
        <pc:chgData name="Park sara" userId="256015b203ef4bcb" providerId="LiveId" clId="{51C3A65A-1F54-4768-A47D-1F4F1457CBF5}" dt="2022-10-16T08:02:46.736" v="1" actId="404"/>
        <pc:sldMkLst>
          <pc:docMk/>
          <pc:sldMk cId="3237903739" sldId="428"/>
        </pc:sldMkLst>
        <pc:spChg chg="mod">
          <ac:chgData name="Park sara" userId="256015b203ef4bcb" providerId="LiveId" clId="{51C3A65A-1F54-4768-A47D-1F4F1457CBF5}" dt="2022-10-16T08:02:44.160" v="0" actId="404"/>
          <ac:spMkLst>
            <pc:docMk/>
            <pc:sldMk cId="3237903739" sldId="428"/>
            <ac:spMk id="4" creationId="{00000000-0000-0000-0000-000000000000}"/>
          </ac:spMkLst>
        </pc:spChg>
        <pc:spChg chg="mod">
          <ac:chgData name="Park sara" userId="256015b203ef4bcb" providerId="LiveId" clId="{51C3A65A-1F54-4768-A47D-1F4F1457CBF5}" dt="2022-10-16T08:02:46.736" v="1" actId="404"/>
          <ac:spMkLst>
            <pc:docMk/>
            <pc:sldMk cId="3237903739" sldId="428"/>
            <ac:spMk id="13" creationId="{00000000-0000-0000-0000-000000000000}"/>
          </ac:spMkLst>
        </pc:spChg>
      </pc:sldChg>
    </pc:docChg>
  </pc:docChgLst>
  <pc:docChgLst>
    <pc:chgData name="Park sara" userId="256015b203ef4bcb" providerId="LiveId" clId="{A9252ACD-BC5C-45A2-801D-B38A24F587DD}"/>
    <pc:docChg chg="modSld">
      <pc:chgData name="Park sara" userId="256015b203ef4bcb" providerId="LiveId" clId="{A9252ACD-BC5C-45A2-801D-B38A24F587DD}" dt="2023-01-28T07:08:24.472" v="92" actId="20577"/>
      <pc:docMkLst>
        <pc:docMk/>
      </pc:docMkLst>
      <pc:sldChg chg="addSp modSp mod">
        <pc:chgData name="Park sara" userId="256015b203ef4bcb" providerId="LiveId" clId="{A9252ACD-BC5C-45A2-801D-B38A24F587DD}" dt="2023-01-28T07:08:24.472" v="92" actId="20577"/>
        <pc:sldMkLst>
          <pc:docMk/>
          <pc:sldMk cId="1713900241" sldId="561"/>
        </pc:sldMkLst>
        <pc:spChg chg="add mod">
          <ac:chgData name="Park sara" userId="256015b203ef4bcb" providerId="LiveId" clId="{A9252ACD-BC5C-45A2-801D-B38A24F587DD}" dt="2023-01-28T07:08:24.472" v="92" actId="20577"/>
          <ac:spMkLst>
            <pc:docMk/>
            <pc:sldMk cId="1713900241" sldId="561"/>
            <ac:spMk id="3" creationId="{1DE6036E-179A-FDB3-6F63-97BCD53EA620}"/>
          </ac:spMkLst>
        </pc:spChg>
        <pc:spChg chg="mod">
          <ac:chgData name="Park sara" userId="256015b203ef4bcb" providerId="LiveId" clId="{A9252ACD-BC5C-45A2-801D-B38A24F587DD}" dt="2023-01-28T07:07:25.268" v="0" actId="2711"/>
          <ac:spMkLst>
            <pc:docMk/>
            <pc:sldMk cId="1713900241" sldId="561"/>
            <ac:spMk id="27" creationId="{86F7135B-D3F4-4CCE-B2AE-A0A63EB4A910}"/>
          </ac:spMkLst>
        </pc:spChg>
      </pc:sldChg>
      <pc:sldChg chg="modSp mod">
        <pc:chgData name="Park sara" userId="256015b203ef4bcb" providerId="LiveId" clId="{A9252ACD-BC5C-45A2-801D-B38A24F587DD}" dt="2023-01-28T07:08:10.764" v="83" actId="2711"/>
        <pc:sldMkLst>
          <pc:docMk/>
          <pc:sldMk cId="193420644" sldId="565"/>
        </pc:sldMkLst>
        <pc:spChg chg="mod">
          <ac:chgData name="Park sara" userId="256015b203ef4bcb" providerId="LiveId" clId="{A9252ACD-BC5C-45A2-801D-B38A24F587DD}" dt="2023-01-28T07:08:10.764" v="83" actId="2711"/>
          <ac:spMkLst>
            <pc:docMk/>
            <pc:sldMk cId="193420644" sldId="565"/>
            <ac:spMk id="61" creationId="{3B96A43E-C767-48D7-A266-847CD64C33C3}"/>
          </ac:spMkLst>
        </pc:spChg>
      </pc:sldChg>
    </pc:docChg>
  </pc:docChgLst>
  <pc:docChgLst>
    <pc:chgData name="Park sara" userId="256015b203ef4bcb" providerId="LiveId" clId="{3A2D06C5-11E1-47B7-8D97-2810E282DA6E}"/>
    <pc:docChg chg="custSel modSld">
      <pc:chgData name="Park sara" userId="256015b203ef4bcb" providerId="LiveId" clId="{3A2D06C5-11E1-47B7-8D97-2810E282DA6E}" dt="2024-01-23T08:37:07.615" v="33" actId="1035"/>
      <pc:docMkLst>
        <pc:docMk/>
      </pc:docMkLst>
      <pc:sldChg chg="delSp modSp mod modClrScheme chgLayout">
        <pc:chgData name="Park sara" userId="256015b203ef4bcb" providerId="LiveId" clId="{3A2D06C5-11E1-47B7-8D97-2810E282DA6E}" dt="2024-01-23T08:37:07.615" v="33" actId="1035"/>
        <pc:sldMkLst>
          <pc:docMk/>
          <pc:sldMk cId="3238767232" sldId="373"/>
        </pc:sldMkLst>
        <pc:spChg chg="mod ord">
          <ac:chgData name="Park sara" userId="256015b203ef4bcb" providerId="LiveId" clId="{3A2D06C5-11E1-47B7-8D97-2810E282DA6E}" dt="2024-01-23T08:36:58.366" v="21" actId="20577"/>
          <ac:spMkLst>
            <pc:docMk/>
            <pc:sldMk cId="3238767232" sldId="373"/>
            <ac:spMk id="2" creationId="{00000000-0000-0000-0000-000000000000}"/>
          </ac:spMkLst>
        </pc:spChg>
        <pc:spChg chg="mod">
          <ac:chgData name="Park sara" userId="256015b203ef4bcb" providerId="LiveId" clId="{3A2D06C5-11E1-47B7-8D97-2810E282DA6E}" dt="2024-01-23T08:37:07.615" v="33" actId="1035"/>
          <ac:spMkLst>
            <pc:docMk/>
            <pc:sldMk cId="3238767232" sldId="373"/>
            <ac:spMk id="11" creationId="{00000000-0000-0000-0000-000000000000}"/>
          </ac:spMkLst>
        </pc:spChg>
        <pc:spChg chg="mod">
          <ac:chgData name="Park sara" userId="256015b203ef4bcb" providerId="LiveId" clId="{3A2D06C5-11E1-47B7-8D97-2810E282DA6E}" dt="2024-01-23T08:37:07.615" v="33" actId="1035"/>
          <ac:spMkLst>
            <pc:docMk/>
            <pc:sldMk cId="3238767232" sldId="373"/>
            <ac:spMk id="18" creationId="{00000000-0000-0000-0000-000000000000}"/>
          </ac:spMkLst>
        </pc:spChg>
        <pc:spChg chg="del mod ord">
          <ac:chgData name="Park sara" userId="256015b203ef4bcb" providerId="LiveId" clId="{3A2D06C5-11E1-47B7-8D97-2810E282DA6E}" dt="2024-01-23T08:36:49.089" v="20" actId="478"/>
          <ac:spMkLst>
            <pc:docMk/>
            <pc:sldMk cId="3238767232" sldId="373"/>
            <ac:spMk id="28" creationId="{FFADB019-5702-46BC-AB3C-A32D5182E4A4}"/>
          </ac:spMkLst>
        </pc:spChg>
        <pc:spChg chg="mod">
          <ac:chgData name="Park sara" userId="256015b203ef4bcb" providerId="LiveId" clId="{3A2D06C5-11E1-47B7-8D97-2810E282DA6E}" dt="2024-01-23T08:37:07.615" v="33" actId="1035"/>
          <ac:spMkLst>
            <pc:docMk/>
            <pc:sldMk cId="3238767232" sldId="373"/>
            <ac:spMk id="30" creationId="{AD3B4FDA-485D-4DB4-80F7-C27665B2E852}"/>
          </ac:spMkLst>
        </pc:spChg>
        <pc:spChg chg="mod">
          <ac:chgData name="Park sara" userId="256015b203ef4bcb" providerId="LiveId" clId="{3A2D06C5-11E1-47B7-8D97-2810E282DA6E}" dt="2024-01-23T08:37:07.615" v="33" actId="1035"/>
          <ac:spMkLst>
            <pc:docMk/>
            <pc:sldMk cId="3238767232" sldId="373"/>
            <ac:spMk id="31" creationId="{D3275430-ACFA-4A4F-AC0A-733241FB51F5}"/>
          </ac:spMkLst>
        </pc:spChg>
        <pc:grpChg chg="mod">
          <ac:chgData name="Park sara" userId="256015b203ef4bcb" providerId="LiveId" clId="{3A2D06C5-11E1-47B7-8D97-2810E282DA6E}" dt="2024-01-23T08:37:07.615" v="33" actId="1035"/>
          <ac:grpSpMkLst>
            <pc:docMk/>
            <pc:sldMk cId="3238767232" sldId="373"/>
            <ac:grpSpMk id="5" creationId="{423F43C4-5AD5-44F2-B984-70F2302DC933}"/>
          </ac:grpSpMkLst>
        </pc:grpChg>
        <pc:grpChg chg="mod">
          <ac:chgData name="Park sara" userId="256015b203ef4bcb" providerId="LiveId" clId="{3A2D06C5-11E1-47B7-8D97-2810E282DA6E}" dt="2024-01-23T08:37:07.615" v="33" actId="1035"/>
          <ac:grpSpMkLst>
            <pc:docMk/>
            <pc:sldMk cId="3238767232" sldId="373"/>
            <ac:grpSpMk id="12" creationId="{00000000-0000-0000-0000-000000000000}"/>
          </ac:grpSpMkLst>
        </pc:grpChg>
      </pc:sldChg>
      <pc:sldChg chg="modSp mod">
        <pc:chgData name="Park sara" userId="256015b203ef4bcb" providerId="LiveId" clId="{3A2D06C5-11E1-47B7-8D97-2810E282DA6E}" dt="2024-01-23T08:33:35.975" v="14" actId="20577"/>
        <pc:sldMkLst>
          <pc:docMk/>
          <pc:sldMk cId="2523549431" sldId="380"/>
        </pc:sldMkLst>
        <pc:spChg chg="mod">
          <ac:chgData name="Park sara" userId="256015b203ef4bcb" providerId="LiveId" clId="{3A2D06C5-11E1-47B7-8D97-2810E282DA6E}" dt="2024-01-23T08:33:35.975" v="14" actId="20577"/>
          <ac:spMkLst>
            <pc:docMk/>
            <pc:sldMk cId="2523549431" sldId="380"/>
            <ac:spMk id="17" creationId="{00000000-0000-0000-0000-000000000000}"/>
          </ac:spMkLst>
        </pc:spChg>
      </pc:sldChg>
      <pc:sldChg chg="addSp delSp modSp modAnim">
        <pc:chgData name="Park sara" userId="256015b203ef4bcb" providerId="LiveId" clId="{3A2D06C5-11E1-47B7-8D97-2810E282DA6E}" dt="2024-01-23T08:34:48.251" v="16"/>
        <pc:sldMkLst>
          <pc:docMk/>
          <pc:sldMk cId="1713900241" sldId="561"/>
        </pc:sldMkLst>
        <pc:spChg chg="del">
          <ac:chgData name="Park sara" userId="256015b203ef4bcb" providerId="LiveId" clId="{3A2D06C5-11E1-47B7-8D97-2810E282DA6E}" dt="2024-01-23T08:34:40.960" v="15" actId="478"/>
          <ac:spMkLst>
            <pc:docMk/>
            <pc:sldMk cId="1713900241" sldId="561"/>
            <ac:spMk id="3" creationId="{1DE6036E-179A-FDB3-6F63-97BCD53EA620}"/>
          </ac:spMkLst>
        </pc:spChg>
        <pc:spChg chg="del">
          <ac:chgData name="Park sara" userId="256015b203ef4bcb" providerId="LiveId" clId="{3A2D06C5-11E1-47B7-8D97-2810E282DA6E}" dt="2024-01-23T08:34:40.960" v="15" actId="478"/>
          <ac:spMkLst>
            <pc:docMk/>
            <pc:sldMk cId="1713900241" sldId="561"/>
            <ac:spMk id="21" creationId="{00000000-0000-0000-0000-000000000000}"/>
          </ac:spMkLst>
        </pc:spChg>
        <pc:spChg chg="del">
          <ac:chgData name="Park sara" userId="256015b203ef4bcb" providerId="LiveId" clId="{3A2D06C5-11E1-47B7-8D97-2810E282DA6E}" dt="2024-01-23T08:34:40.960" v="15" actId="478"/>
          <ac:spMkLst>
            <pc:docMk/>
            <pc:sldMk cId="1713900241" sldId="561"/>
            <ac:spMk id="22" creationId="{00000000-0000-0000-0000-000000000000}"/>
          </ac:spMkLst>
        </pc:spChg>
        <pc:spChg chg="del">
          <ac:chgData name="Park sara" userId="256015b203ef4bcb" providerId="LiveId" clId="{3A2D06C5-11E1-47B7-8D97-2810E282DA6E}" dt="2024-01-23T08:34:40.960" v="15" actId="478"/>
          <ac:spMkLst>
            <pc:docMk/>
            <pc:sldMk cId="1713900241" sldId="561"/>
            <ac:spMk id="27" creationId="{86F7135B-D3F4-4CCE-B2AE-A0A63EB4A910}"/>
          </ac:spMkLst>
        </pc:spChg>
        <pc:spChg chg="add mod">
          <ac:chgData name="Park sara" userId="256015b203ef4bcb" providerId="LiveId" clId="{3A2D06C5-11E1-47B7-8D97-2810E282DA6E}" dt="2024-01-23T08:34:48.251" v="16"/>
          <ac:spMkLst>
            <pc:docMk/>
            <pc:sldMk cId="1713900241" sldId="561"/>
            <ac:spMk id="28" creationId="{FA734C9E-ED7A-4DE3-9020-2883A95B5EC9}"/>
          </ac:spMkLst>
        </pc:spChg>
        <pc:grpChg chg="del">
          <ac:chgData name="Park sara" userId="256015b203ef4bcb" providerId="LiveId" clId="{3A2D06C5-11E1-47B7-8D97-2810E282DA6E}" dt="2024-01-23T08:34:40.960" v="15" actId="478"/>
          <ac:grpSpMkLst>
            <pc:docMk/>
            <pc:sldMk cId="1713900241" sldId="561"/>
            <ac:grpSpMk id="5" creationId="{00000000-0000-0000-0000-000000000000}"/>
          </ac:grpSpMkLst>
        </pc:grpChg>
        <pc:grpChg chg="del">
          <ac:chgData name="Park sara" userId="256015b203ef4bcb" providerId="LiveId" clId="{3A2D06C5-11E1-47B7-8D97-2810E282DA6E}" dt="2024-01-23T08:34:40.960" v="15" actId="478"/>
          <ac:grpSpMkLst>
            <pc:docMk/>
            <pc:sldMk cId="1713900241" sldId="561"/>
            <ac:grpSpMk id="10" creationId="{00000000-0000-0000-0000-000000000000}"/>
          </ac:grpSpMkLst>
        </pc:grpChg>
        <pc:grpChg chg="del">
          <ac:chgData name="Park sara" userId="256015b203ef4bcb" providerId="LiveId" clId="{3A2D06C5-11E1-47B7-8D97-2810E282DA6E}" dt="2024-01-23T08:34:40.960" v="15" actId="478"/>
          <ac:grpSpMkLst>
            <pc:docMk/>
            <pc:sldMk cId="1713900241" sldId="561"/>
            <ac:grpSpMk id="15" creationId="{00000000-0000-0000-0000-000000000000}"/>
          </ac:grpSpMkLst>
        </pc:grpChg>
        <pc:picChg chg="del">
          <ac:chgData name="Park sara" userId="256015b203ef4bcb" providerId="LiveId" clId="{3A2D06C5-11E1-47B7-8D97-2810E282DA6E}" dt="2024-01-23T08:34:40.960" v="15" actId="478"/>
          <ac:picMkLst>
            <pc:docMk/>
            <pc:sldMk cId="1713900241" sldId="561"/>
            <ac:picMk id="4" creationId="{00000000-0000-0000-0000-000000000000}"/>
          </ac:picMkLst>
        </pc:picChg>
        <pc:picChg chg="add mod">
          <ac:chgData name="Park sara" userId="256015b203ef4bcb" providerId="LiveId" clId="{3A2D06C5-11E1-47B7-8D97-2810E282DA6E}" dt="2024-01-23T08:34:48.251" v="16"/>
          <ac:picMkLst>
            <pc:docMk/>
            <pc:sldMk cId="1713900241" sldId="561"/>
            <ac:picMk id="29" creationId="{E0ECEBEA-18A6-4E53-98E3-D45CB8D35ECD}"/>
          </ac:picMkLst>
        </pc:picChg>
        <pc:cxnChg chg="del">
          <ac:chgData name="Park sara" userId="256015b203ef4bcb" providerId="LiveId" clId="{3A2D06C5-11E1-47B7-8D97-2810E282DA6E}" dt="2024-01-23T08:34:40.960" v="15" actId="478"/>
          <ac:cxnSpMkLst>
            <pc:docMk/>
            <pc:sldMk cId="1713900241" sldId="561"/>
            <ac:cxnSpMk id="9" creationId="{00000000-0000-0000-0000-000000000000}"/>
          </ac:cxnSpMkLst>
        </pc:cxnChg>
        <pc:cxnChg chg="del">
          <ac:chgData name="Park sara" userId="256015b203ef4bcb" providerId="LiveId" clId="{3A2D06C5-11E1-47B7-8D97-2810E282DA6E}" dt="2024-01-23T08:34:40.960" v="15" actId="478"/>
          <ac:cxnSpMkLst>
            <pc:docMk/>
            <pc:sldMk cId="1713900241" sldId="561"/>
            <ac:cxnSpMk id="20" creationId="{00000000-0000-0000-0000-000000000000}"/>
          </ac:cxnSpMkLst>
        </pc:cxnChg>
        <pc:cxnChg chg="del">
          <ac:chgData name="Park sara" userId="256015b203ef4bcb" providerId="LiveId" clId="{3A2D06C5-11E1-47B7-8D97-2810E282DA6E}" dt="2024-01-23T08:34:40.960" v="15" actId="478"/>
          <ac:cxnSpMkLst>
            <pc:docMk/>
            <pc:sldMk cId="1713900241" sldId="561"/>
            <ac:cxnSpMk id="23" creationId="{00000000-0000-0000-0000-000000000000}"/>
          </ac:cxnSpMkLst>
        </pc:cxnChg>
        <pc:cxnChg chg="del">
          <ac:chgData name="Park sara" userId="256015b203ef4bcb" providerId="LiveId" clId="{3A2D06C5-11E1-47B7-8D97-2810E282DA6E}" dt="2024-01-23T08:34:40.960" v="15" actId="478"/>
          <ac:cxnSpMkLst>
            <pc:docMk/>
            <pc:sldMk cId="1713900241" sldId="561"/>
            <ac:cxnSpMk id="24" creationId="{00000000-0000-0000-0000-000000000000}"/>
          </ac:cxnSpMkLst>
        </pc:cxnChg>
        <pc:cxnChg chg="del">
          <ac:chgData name="Park sara" userId="256015b203ef4bcb" providerId="LiveId" clId="{3A2D06C5-11E1-47B7-8D97-2810E282DA6E}" dt="2024-01-23T08:34:40.960" v="15" actId="478"/>
          <ac:cxnSpMkLst>
            <pc:docMk/>
            <pc:sldMk cId="1713900241" sldId="561"/>
            <ac:cxnSpMk id="25" creationId="{00000000-0000-0000-0000-000000000000}"/>
          </ac:cxnSpMkLst>
        </pc:cxnChg>
      </pc:sldChg>
      <pc:sldChg chg="addSp delSp modSp mod delAnim modAnim">
        <pc:chgData name="Park sara" userId="256015b203ef4bcb" providerId="LiveId" clId="{3A2D06C5-11E1-47B7-8D97-2810E282DA6E}" dt="2024-01-23T08:35:10.716" v="18"/>
        <pc:sldMkLst>
          <pc:docMk/>
          <pc:sldMk cId="193420644" sldId="565"/>
        </pc:sldMkLst>
        <pc:spChg chg="del">
          <ac:chgData name="Park sara" userId="256015b203ef4bcb" providerId="LiveId" clId="{3A2D06C5-11E1-47B7-8D97-2810E282DA6E}" dt="2024-01-23T08:35:08.909" v="17" actId="478"/>
          <ac:spMkLst>
            <pc:docMk/>
            <pc:sldMk cId="193420644" sldId="565"/>
            <ac:spMk id="25" creationId="{6D703165-5FA1-4163-81C6-73570B97E087}"/>
          </ac:spMkLst>
        </pc:spChg>
        <pc:spChg chg="mod">
          <ac:chgData name="Park sara" userId="256015b203ef4bcb" providerId="LiveId" clId="{3A2D06C5-11E1-47B7-8D97-2810E282DA6E}" dt="2024-01-23T08:35:10.716" v="18"/>
          <ac:spMkLst>
            <pc:docMk/>
            <pc:sldMk cId="193420644" sldId="565"/>
            <ac:spMk id="28" creationId="{C2B0CBCB-52CE-46DC-97A6-6C457B2E71F1}"/>
          </ac:spMkLst>
        </pc:spChg>
        <pc:spChg chg="mod">
          <ac:chgData name="Park sara" userId="256015b203ef4bcb" providerId="LiveId" clId="{3A2D06C5-11E1-47B7-8D97-2810E282DA6E}" dt="2024-01-23T08:35:10.716" v="18"/>
          <ac:spMkLst>
            <pc:docMk/>
            <pc:sldMk cId="193420644" sldId="565"/>
            <ac:spMk id="29" creationId="{4E4629AB-20CD-449A-8AED-B3F9263BF6F1}"/>
          </ac:spMkLst>
        </pc:spChg>
        <pc:spChg chg="del">
          <ac:chgData name="Park sara" userId="256015b203ef4bcb" providerId="LiveId" clId="{3A2D06C5-11E1-47B7-8D97-2810E282DA6E}" dt="2024-01-23T08:35:08.909" v="17" actId="478"/>
          <ac:spMkLst>
            <pc:docMk/>
            <pc:sldMk cId="193420644" sldId="565"/>
            <ac:spMk id="48" creationId="{EBD835BB-F727-48B6-AABE-A28F13DD4170}"/>
          </ac:spMkLst>
        </pc:spChg>
        <pc:spChg chg="del">
          <ac:chgData name="Park sara" userId="256015b203ef4bcb" providerId="LiveId" clId="{3A2D06C5-11E1-47B7-8D97-2810E282DA6E}" dt="2024-01-23T08:35:08.909" v="17" actId="478"/>
          <ac:spMkLst>
            <pc:docMk/>
            <pc:sldMk cId="193420644" sldId="565"/>
            <ac:spMk id="49" creationId="{A5D272CE-816A-4A56-BB2D-382F29821F86}"/>
          </ac:spMkLst>
        </pc:spChg>
        <pc:grpChg chg="add mod">
          <ac:chgData name="Park sara" userId="256015b203ef4bcb" providerId="LiveId" clId="{3A2D06C5-11E1-47B7-8D97-2810E282DA6E}" dt="2024-01-23T08:35:10.716" v="18"/>
          <ac:grpSpMkLst>
            <pc:docMk/>
            <pc:sldMk cId="193420644" sldId="565"/>
            <ac:grpSpMk id="27" creationId="{3C78B670-4392-4C5A-BE0C-5F9B49B7EAA9}"/>
          </ac:grpSpMkLst>
        </pc:grpChg>
        <pc:grpChg chg="del">
          <ac:chgData name="Park sara" userId="256015b203ef4bcb" providerId="LiveId" clId="{3A2D06C5-11E1-47B7-8D97-2810E282DA6E}" dt="2024-01-23T08:35:08.909" v="17" actId="478"/>
          <ac:grpSpMkLst>
            <pc:docMk/>
            <pc:sldMk cId="193420644" sldId="565"/>
            <ac:grpSpMk id="50" creationId="{9DB2156E-60FE-48FB-BED7-6B276CFC1A70}"/>
          </ac:grpSpMkLst>
        </pc:grpChg>
        <pc:grpChg chg="del">
          <ac:chgData name="Park sara" userId="256015b203ef4bcb" providerId="LiveId" clId="{3A2D06C5-11E1-47B7-8D97-2810E282DA6E}" dt="2024-01-23T08:35:08.909" v="17" actId="478"/>
          <ac:grpSpMkLst>
            <pc:docMk/>
            <pc:sldMk cId="193420644" sldId="565"/>
            <ac:grpSpMk id="54" creationId="{EA812952-AFF1-4AA8-A037-C22A87EFB7CF}"/>
          </ac:grpSpMkLst>
        </pc:grpChg>
        <pc:grpChg chg="del">
          <ac:chgData name="Park sara" userId="256015b203ef4bcb" providerId="LiveId" clId="{3A2D06C5-11E1-47B7-8D97-2810E282DA6E}" dt="2024-01-23T08:35:08.909" v="17" actId="478"/>
          <ac:grpSpMkLst>
            <pc:docMk/>
            <pc:sldMk cId="193420644" sldId="565"/>
            <ac:grpSpMk id="59" creationId="{5DCD5EB9-A30E-477A-BE94-91911D6EF005}"/>
          </ac:grpSpMkLst>
        </pc:grpChg>
        <pc:picChg chg="del">
          <ac:chgData name="Park sara" userId="256015b203ef4bcb" providerId="LiveId" clId="{3A2D06C5-11E1-47B7-8D97-2810E282DA6E}" dt="2024-01-23T08:35:08.909" v="17" actId="478"/>
          <ac:picMkLst>
            <pc:docMk/>
            <pc:sldMk cId="193420644" sldId="565"/>
            <ac:picMk id="23" creationId="{51D53D1A-36C5-49AC-963D-3F27ED9C7E69}"/>
          </ac:picMkLst>
        </pc:picChg>
        <pc:picChg chg="add mod">
          <ac:chgData name="Park sara" userId="256015b203ef4bcb" providerId="LiveId" clId="{3A2D06C5-11E1-47B7-8D97-2810E282DA6E}" dt="2024-01-23T08:35:10.716" v="18"/>
          <ac:picMkLst>
            <pc:docMk/>
            <pc:sldMk cId="193420644" sldId="565"/>
            <ac:picMk id="26" creationId="{DACE62DB-2435-4A6D-B6F5-52ADC6482C0A}"/>
          </ac:picMkLst>
        </pc:picChg>
        <pc:cxnChg chg="del">
          <ac:chgData name="Park sara" userId="256015b203ef4bcb" providerId="LiveId" clId="{3A2D06C5-11E1-47B7-8D97-2810E282DA6E}" dt="2024-01-23T08:35:08.909" v="17" actId="478"/>
          <ac:cxnSpMkLst>
            <pc:docMk/>
            <pc:sldMk cId="193420644" sldId="565"/>
            <ac:cxnSpMk id="24" creationId="{AE17A68D-2D90-4892-BBCB-8E22B740A6CC}"/>
          </ac:cxnSpMkLst>
        </pc:cxnChg>
        <pc:cxnChg chg="del">
          <ac:chgData name="Park sara" userId="256015b203ef4bcb" providerId="LiveId" clId="{3A2D06C5-11E1-47B7-8D97-2810E282DA6E}" dt="2024-01-23T08:35:08.909" v="17" actId="478"/>
          <ac:cxnSpMkLst>
            <pc:docMk/>
            <pc:sldMk cId="193420644" sldId="565"/>
            <ac:cxnSpMk id="45" creationId="{C57F626E-18C2-406A-B5EB-7F59BE73C6D9}"/>
          </ac:cxnSpMkLst>
        </pc:cxnChg>
        <pc:cxnChg chg="del">
          <ac:chgData name="Park sara" userId="256015b203ef4bcb" providerId="LiveId" clId="{3A2D06C5-11E1-47B7-8D97-2810E282DA6E}" dt="2024-01-23T08:35:08.909" v="17" actId="478"/>
          <ac:cxnSpMkLst>
            <pc:docMk/>
            <pc:sldMk cId="193420644" sldId="565"/>
            <ac:cxnSpMk id="46" creationId="{405A6B8E-EF8F-4B67-A42B-02863374C25F}"/>
          </ac:cxnSpMkLst>
        </pc:cxnChg>
        <pc:cxnChg chg="del">
          <ac:chgData name="Park sara" userId="256015b203ef4bcb" providerId="LiveId" clId="{3A2D06C5-11E1-47B7-8D97-2810E282DA6E}" dt="2024-01-23T08:35:08.909" v="17" actId="478"/>
          <ac:cxnSpMkLst>
            <pc:docMk/>
            <pc:sldMk cId="193420644" sldId="565"/>
            <ac:cxnSpMk id="47" creationId="{5FCD1CEB-0E1A-4230-8D1D-ECE69EAA851D}"/>
          </ac:cxnSpMkLst>
        </pc:cxnChg>
      </pc:sldChg>
    </pc:docChg>
  </pc:docChgLst>
  <pc:docChgLst>
    <pc:chgData name="Park sara" userId="256015b203ef4bcb" providerId="LiveId" clId="{F4AAE107-2EF3-4475-987F-CDEBDFDA1649}"/>
    <pc:docChg chg="modSld">
      <pc:chgData name="Park sara" userId="256015b203ef4bcb" providerId="LiveId" clId="{F4AAE107-2EF3-4475-987F-CDEBDFDA1649}" dt="2022-04-21T10:02:15.968" v="0" actId="21"/>
      <pc:docMkLst>
        <pc:docMk/>
      </pc:docMkLst>
      <pc:sldChg chg="modSp mod">
        <pc:chgData name="Park sara" userId="256015b203ef4bcb" providerId="LiveId" clId="{F4AAE107-2EF3-4475-987F-CDEBDFDA1649}" dt="2022-04-21T10:02:15.968" v="0" actId="21"/>
        <pc:sldMkLst>
          <pc:docMk/>
          <pc:sldMk cId="3379553051" sldId="434"/>
        </pc:sldMkLst>
        <pc:spChg chg="mod">
          <ac:chgData name="Park sara" userId="256015b203ef4bcb" providerId="LiveId" clId="{F4AAE107-2EF3-4475-987F-CDEBDFDA1649}" dt="2022-04-21T10:02:15.968" v="0" actId="21"/>
          <ac:spMkLst>
            <pc:docMk/>
            <pc:sldMk cId="3379553051" sldId="434"/>
            <ac:spMk id="35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stacked"/>
        <c:varyColors val="0"/>
        <c:ser>
          <c:idx val="3"/>
          <c:order val="0"/>
          <c:spPr>
            <a:solidFill>
              <a:srgbClr val="00B0F0"/>
            </a:solidFill>
          </c:spPr>
          <c:invertIfNegative val="0"/>
          <c:val>
            <c:numRef>
              <c:f>Sheet1!$F$6:$P$6</c:f>
              <c:numCache>
                <c:formatCode>General</c:formatCode>
                <c:ptCount val="11"/>
                <c:pt idx="0">
                  <c:v>50000</c:v>
                </c:pt>
                <c:pt idx="1">
                  <c:v>50000</c:v>
                </c:pt>
                <c:pt idx="2">
                  <c:v>50000</c:v>
                </c:pt>
                <c:pt idx="3">
                  <c:v>50000</c:v>
                </c:pt>
                <c:pt idx="4">
                  <c:v>50000</c:v>
                </c:pt>
                <c:pt idx="5">
                  <c:v>50000</c:v>
                </c:pt>
                <c:pt idx="6">
                  <c:v>50000</c:v>
                </c:pt>
                <c:pt idx="7">
                  <c:v>50000</c:v>
                </c:pt>
                <c:pt idx="8">
                  <c:v>50000</c:v>
                </c:pt>
                <c:pt idx="9">
                  <c:v>50000</c:v>
                </c:pt>
                <c:pt idx="10">
                  <c:v>50000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2C3-4E0D-BC47-A1E1AA097B08}"/>
            </c:ext>
          </c:extLst>
        </c:ser>
        <c:ser>
          <c:idx val="2"/>
          <c:order val="1"/>
          <c:spPr>
            <a:solidFill>
              <a:srgbClr val="013D79"/>
            </a:solidFill>
          </c:spPr>
          <c:invertIfNegative val="0"/>
          <c:val>
            <c:numRef>
              <c:f>Sheet1!$F$5:$P$5</c:f>
              <c:numCache>
                <c:formatCode>_(* #,##0_);_(* \(#,##0\);_(* "-"_);_(@_)</c:formatCode>
                <c:ptCount val="11"/>
                <c:pt idx="1">
                  <c:v>2300</c:v>
                </c:pt>
                <c:pt idx="2">
                  <c:v>4705.8000000000029</c:v>
                </c:pt>
                <c:pt idx="3">
                  <c:v>7222.2668000000122</c:v>
                </c:pt>
                <c:pt idx="4">
                  <c:v>9854.4910728000104</c:v>
                </c:pt>
                <c:pt idx="5">
                  <c:v>12607.797662148812</c:v>
                </c:pt>
                <c:pt idx="6">
                  <c:v>15487.756354607664</c:v>
                </c:pt>
                <c:pt idx="7">
                  <c:v>18500.193146919613</c:v>
                </c:pt>
                <c:pt idx="8">
                  <c:v>21651.202031677924</c:v>
                </c:pt>
                <c:pt idx="9">
                  <c:v>24947.157325135107</c:v>
                </c:pt>
                <c:pt idx="10">
                  <c:v>28394.726562091324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2C3-4E0D-BC47-A1E1AA097B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9"/>
        <c:overlap val="100"/>
        <c:axId val="129784832"/>
        <c:axId val="129790720"/>
      </c:barChart>
      <c:catAx>
        <c:axId val="12978483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29790720"/>
        <c:crosses val="autoZero"/>
        <c:auto val="1"/>
        <c:lblAlgn val="ctr"/>
        <c:lblOffset val="100"/>
        <c:noMultiLvlLbl val="0"/>
      </c:catAx>
      <c:valAx>
        <c:axId val="12979072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129784832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50475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6737" y="0"/>
            <a:ext cx="2950475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880E46-7273-814D-999D-097F9042F334}" type="datetimeFigureOut">
              <a:rPr lang="en-US" smtClean="0"/>
              <a:t>1/23/2024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6638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879" y="4784835"/>
            <a:ext cx="544703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43664"/>
            <a:ext cx="2950475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6737" y="9443664"/>
            <a:ext cx="2950475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D87BB1-061C-E44F-9342-29E1433386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0278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81075" y="1243013"/>
            <a:ext cx="4846638" cy="335597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4FAB56-056A-42D9-8CB1-3A8D757B2A0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25150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428497" y="404664"/>
            <a:ext cx="9127014" cy="59766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3960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0741" y="295904"/>
            <a:ext cx="8915400" cy="565334"/>
          </a:xfrm>
          <a:prstGeom prst="rect">
            <a:avLst/>
          </a:prstGeom>
        </p:spPr>
        <p:txBody>
          <a:bodyPr anchor="ctr"/>
          <a:lstStyle>
            <a:lvl1pPr algn="l">
              <a:defRPr sz="2400"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7333226" y="6515846"/>
            <a:ext cx="2311400" cy="365125"/>
          </a:xfrm>
          <a:prstGeom prst="rect">
            <a:avLst/>
          </a:prstGeom>
        </p:spPr>
        <p:txBody>
          <a:bodyPr/>
          <a:lstStyle/>
          <a:p>
            <a:fld id="{93BB12BC-9D34-4146-A949-3BFCA10662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6534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제목만">
    <p:bg>
      <p:bgPr>
        <a:solidFill>
          <a:srgbClr val="DEE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0741" y="295904"/>
            <a:ext cx="8915400" cy="565334"/>
          </a:xfrm>
          <a:prstGeom prst="rect">
            <a:avLst/>
          </a:prstGeom>
        </p:spPr>
        <p:txBody>
          <a:bodyPr anchor="ctr"/>
          <a:lstStyle>
            <a:lvl1pPr algn="l">
              <a:defRPr sz="2400"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7333226" y="6515846"/>
            <a:ext cx="2311400" cy="365125"/>
          </a:xfrm>
          <a:prstGeom prst="rect">
            <a:avLst/>
          </a:prstGeom>
        </p:spPr>
        <p:txBody>
          <a:bodyPr/>
          <a:lstStyle/>
          <a:p>
            <a:fld id="{93BB12BC-9D34-4146-A949-3BFCA10662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1010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662524" y="476672"/>
            <a:ext cx="7410823" cy="50891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200" b="1">
                <a:solidFill>
                  <a:srgbClr val="0070C0"/>
                </a:solidFill>
                <a:latin typeface="나눔고딕" pitchFamily="50" charset="-127"/>
                <a:ea typeface="나눔고딕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3860879" y="6520260"/>
            <a:ext cx="2311400" cy="365125"/>
          </a:xfrm>
          <a:prstGeom prst="rect">
            <a:avLst/>
          </a:prstGeom>
        </p:spPr>
        <p:txBody>
          <a:bodyPr/>
          <a:lstStyle>
            <a:lvl1pPr algn="ctr">
              <a:defRPr sz="9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2238B37-AEE2-462B-B908-4FD6F9810C00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8" name="직선 연결선 7"/>
          <p:cNvCxnSpPr/>
          <p:nvPr userDrawn="1"/>
        </p:nvCxnSpPr>
        <p:spPr>
          <a:xfrm>
            <a:off x="0" y="1093922"/>
            <a:ext cx="7917329" cy="0"/>
          </a:xfrm>
          <a:prstGeom prst="line">
            <a:avLst/>
          </a:prstGeom>
          <a:ln>
            <a:solidFill>
              <a:srgbClr val="009ED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그룹 8"/>
          <p:cNvGrpSpPr/>
          <p:nvPr userDrawn="1"/>
        </p:nvGrpSpPr>
        <p:grpSpPr>
          <a:xfrm>
            <a:off x="0" y="0"/>
            <a:ext cx="8229364" cy="188640"/>
            <a:chOff x="0" y="0"/>
            <a:chExt cx="7596336" cy="188640"/>
          </a:xfrm>
        </p:grpSpPr>
        <p:sp>
          <p:nvSpPr>
            <p:cNvPr id="11" name="사다리꼴 10"/>
            <p:cNvSpPr/>
            <p:nvPr userDrawn="1"/>
          </p:nvSpPr>
          <p:spPr>
            <a:xfrm flipV="1">
              <a:off x="2483768" y="0"/>
              <a:ext cx="5112568" cy="188640"/>
            </a:xfrm>
            <a:prstGeom prst="trapezoid">
              <a:avLst>
                <a:gd name="adj" fmla="val 39021"/>
              </a:avLst>
            </a:prstGeom>
            <a:solidFill>
              <a:srgbClr val="009E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/>
            <p:cNvSpPr/>
            <p:nvPr userDrawn="1"/>
          </p:nvSpPr>
          <p:spPr>
            <a:xfrm>
              <a:off x="0" y="0"/>
              <a:ext cx="2843808" cy="188640"/>
            </a:xfrm>
            <a:prstGeom prst="rect">
              <a:avLst/>
            </a:prstGeom>
            <a:solidFill>
              <a:srgbClr val="009E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914400" rtl="0" eaLnBrk="1" latinLnBrk="1" hangingPunct="1"/>
              <a:endParaRPr lang="ko-KR" altLang="en-US" sz="1800" kern="1200">
                <a:solidFill>
                  <a:schemeClr val="l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5" name="그룹 14"/>
          <p:cNvGrpSpPr/>
          <p:nvPr userDrawn="1"/>
        </p:nvGrpSpPr>
        <p:grpSpPr>
          <a:xfrm rot="10800000">
            <a:off x="5343042" y="6669360"/>
            <a:ext cx="4562957" cy="188640"/>
            <a:chOff x="2951776" y="0"/>
            <a:chExt cx="4499993" cy="188640"/>
          </a:xfrm>
        </p:grpSpPr>
        <p:sp>
          <p:nvSpPr>
            <p:cNvPr id="16" name="사다리꼴 15"/>
            <p:cNvSpPr/>
            <p:nvPr userDrawn="1"/>
          </p:nvSpPr>
          <p:spPr>
            <a:xfrm flipV="1">
              <a:off x="2953364" y="0"/>
              <a:ext cx="4498405" cy="188640"/>
            </a:xfrm>
            <a:prstGeom prst="trapezoid">
              <a:avLst>
                <a:gd name="adj" fmla="val 39021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/>
            <p:cNvSpPr/>
            <p:nvPr userDrawn="1"/>
          </p:nvSpPr>
          <p:spPr>
            <a:xfrm>
              <a:off x="2951776" y="0"/>
              <a:ext cx="1259632" cy="18864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914400" rtl="0" eaLnBrk="1" latinLnBrk="1" hangingPunct="1"/>
              <a:endParaRPr lang="ko-KR" altLang="en-US" sz="1800" kern="1200">
                <a:solidFill>
                  <a:schemeClr val="lt1"/>
                </a:solidFill>
                <a:latin typeface="+mn-lt"/>
                <a:ea typeface="+mn-ea"/>
                <a:cs typeface="+mn-cs"/>
              </a:endParaRPr>
            </a:p>
          </p:txBody>
        </p:sp>
      </p:grpSp>
      <p:pic>
        <p:nvPicPr>
          <p:cNvPr id="1026" name="Picture 2" descr="C:\Users\Sara Park\Desktop\KakaoTalk_20180409_101419828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1569" y="541576"/>
            <a:ext cx="1681952" cy="302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45263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662524" y="476675"/>
            <a:ext cx="7410823" cy="508919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200" b="1">
                <a:solidFill>
                  <a:srgbClr val="0070C0"/>
                </a:solidFill>
                <a:latin typeface="나눔고딕" pitchFamily="50" charset="-127"/>
                <a:ea typeface="나눔고딕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3782870" y="6520262"/>
            <a:ext cx="2311400" cy="365125"/>
          </a:xfrm>
          <a:prstGeom prst="rect">
            <a:avLst/>
          </a:prstGeom>
        </p:spPr>
        <p:txBody>
          <a:bodyPr/>
          <a:lstStyle>
            <a:lvl1pPr algn="ctr">
              <a:defRPr sz="900"/>
            </a:lvl1pPr>
          </a:lstStyle>
          <a:p>
            <a:fld id="{42238B37-AEE2-462B-B908-4FD6F9810C00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8" name="직선 연결선 7"/>
          <p:cNvCxnSpPr/>
          <p:nvPr userDrawn="1"/>
        </p:nvCxnSpPr>
        <p:spPr>
          <a:xfrm>
            <a:off x="0" y="1093924"/>
            <a:ext cx="7917329" cy="0"/>
          </a:xfrm>
          <a:prstGeom prst="line">
            <a:avLst/>
          </a:prstGeom>
          <a:ln>
            <a:solidFill>
              <a:srgbClr val="009ED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그룹 8"/>
          <p:cNvGrpSpPr/>
          <p:nvPr userDrawn="1"/>
        </p:nvGrpSpPr>
        <p:grpSpPr>
          <a:xfrm>
            <a:off x="0" y="0"/>
            <a:ext cx="8229364" cy="188640"/>
            <a:chOff x="0" y="0"/>
            <a:chExt cx="7596336" cy="188640"/>
          </a:xfrm>
        </p:grpSpPr>
        <p:sp>
          <p:nvSpPr>
            <p:cNvPr id="11" name="사다리꼴 10"/>
            <p:cNvSpPr/>
            <p:nvPr userDrawn="1"/>
          </p:nvSpPr>
          <p:spPr>
            <a:xfrm flipV="1">
              <a:off x="2483768" y="0"/>
              <a:ext cx="5112568" cy="188640"/>
            </a:xfrm>
            <a:prstGeom prst="trapezoid">
              <a:avLst>
                <a:gd name="adj" fmla="val 39021"/>
              </a:avLst>
            </a:prstGeom>
            <a:solidFill>
              <a:srgbClr val="009E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/>
            <p:cNvSpPr/>
            <p:nvPr userDrawn="1"/>
          </p:nvSpPr>
          <p:spPr>
            <a:xfrm>
              <a:off x="0" y="0"/>
              <a:ext cx="2843808" cy="188640"/>
            </a:xfrm>
            <a:prstGeom prst="rect">
              <a:avLst/>
            </a:prstGeom>
            <a:solidFill>
              <a:srgbClr val="009E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914400" rtl="0" eaLnBrk="1" latinLnBrk="1" hangingPunct="1"/>
              <a:endParaRPr lang="ko-KR" altLang="en-US" sz="1800" kern="1200">
                <a:solidFill>
                  <a:schemeClr val="lt1"/>
                </a:solidFill>
                <a:latin typeface="+mn-lt"/>
                <a:ea typeface="+mn-ea"/>
                <a:cs typeface="+mn-cs"/>
              </a:endParaRPr>
            </a:p>
          </p:txBody>
        </p:sp>
      </p:grpSp>
      <p:pic>
        <p:nvPicPr>
          <p:cNvPr id="13" name="그림 12" descr="LOGO_FULL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8245095" y="177406"/>
            <a:ext cx="1404155" cy="889156"/>
          </a:xfrm>
          <a:prstGeom prst="rect">
            <a:avLst/>
          </a:prstGeom>
        </p:spPr>
      </p:pic>
      <p:grpSp>
        <p:nvGrpSpPr>
          <p:cNvPr id="15" name="그룹 14"/>
          <p:cNvGrpSpPr/>
          <p:nvPr userDrawn="1"/>
        </p:nvGrpSpPr>
        <p:grpSpPr>
          <a:xfrm rot="10800000">
            <a:off x="5343042" y="6669360"/>
            <a:ext cx="4562957" cy="188640"/>
            <a:chOff x="2951776" y="0"/>
            <a:chExt cx="4499993" cy="188640"/>
          </a:xfrm>
        </p:grpSpPr>
        <p:sp>
          <p:nvSpPr>
            <p:cNvPr id="16" name="사다리꼴 15"/>
            <p:cNvSpPr/>
            <p:nvPr userDrawn="1"/>
          </p:nvSpPr>
          <p:spPr>
            <a:xfrm flipV="1">
              <a:off x="2953364" y="0"/>
              <a:ext cx="4498405" cy="188640"/>
            </a:xfrm>
            <a:prstGeom prst="trapezoid">
              <a:avLst>
                <a:gd name="adj" fmla="val 39021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/>
            <p:cNvSpPr/>
            <p:nvPr userDrawn="1"/>
          </p:nvSpPr>
          <p:spPr>
            <a:xfrm>
              <a:off x="2951776" y="0"/>
              <a:ext cx="1259632" cy="18864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914400" rtl="0" eaLnBrk="1" latinLnBrk="1" hangingPunct="1"/>
              <a:endParaRPr lang="ko-KR" altLang="en-US" sz="1800" kern="1200">
                <a:solidFill>
                  <a:schemeClr val="lt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58973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BF0EEC67-EFD0-46DE-A334-B1DFD4D234B8}"/>
              </a:ext>
            </a:extLst>
          </p:cNvPr>
          <p:cNvSpPr/>
          <p:nvPr userDrawn="1"/>
        </p:nvSpPr>
        <p:spPr>
          <a:xfrm>
            <a:off x="0" y="0"/>
            <a:ext cx="9906000" cy="836640"/>
          </a:xfrm>
          <a:prstGeom prst="rect">
            <a:avLst/>
          </a:prstGeom>
          <a:solidFill>
            <a:srgbClr val="232C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 latinLnBrk="0"/>
            <a:endParaRPr lang="ko-KR" altLang="en-US" sz="1600">
              <a:solidFill>
                <a:prstClr val="white"/>
              </a:solidFill>
            </a:endParaRPr>
          </a:p>
        </p:txBody>
      </p:sp>
      <p:cxnSp>
        <p:nvCxnSpPr>
          <p:cNvPr id="5" name="직선 연결선 4"/>
          <p:cNvCxnSpPr/>
          <p:nvPr userDrawn="1"/>
        </p:nvCxnSpPr>
        <p:spPr>
          <a:xfrm>
            <a:off x="2" y="836640"/>
            <a:ext cx="9905999" cy="0"/>
          </a:xfrm>
          <a:prstGeom prst="line">
            <a:avLst/>
          </a:prstGeom>
          <a:ln w="19050">
            <a:solidFill>
              <a:srgbClr val="00AE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350489" y="170856"/>
            <a:ext cx="8915400" cy="494928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01560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7CC57-350F-41AB-8437-8CEB8A8D812E}" type="datetimeFigureOut">
              <a:rPr lang="ko-KR" altLang="en-US" smtClean="0"/>
              <a:t>2024-01-23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2C9B0-A846-4796-B38F-B33A5E4444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0371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428498" y="476672"/>
            <a:ext cx="7644849" cy="508918"/>
          </a:xfrm>
        </p:spPr>
        <p:txBody>
          <a:bodyPr>
            <a:noAutofit/>
          </a:bodyPr>
          <a:lstStyle>
            <a:lvl1pPr algn="l">
              <a:defRPr sz="2000" b="1">
                <a:solidFill>
                  <a:srgbClr val="0070C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cxnSp>
        <p:nvCxnSpPr>
          <p:cNvPr id="8" name="직선 연결선 7"/>
          <p:cNvCxnSpPr>
            <a:cxnSpLocks/>
          </p:cNvCxnSpPr>
          <p:nvPr userDrawn="1"/>
        </p:nvCxnSpPr>
        <p:spPr>
          <a:xfrm>
            <a:off x="1" y="1093922"/>
            <a:ext cx="9904389" cy="0"/>
          </a:xfrm>
          <a:prstGeom prst="line">
            <a:avLst/>
          </a:prstGeom>
          <a:ln>
            <a:solidFill>
              <a:srgbClr val="009ED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그룹 8"/>
          <p:cNvGrpSpPr/>
          <p:nvPr userDrawn="1"/>
        </p:nvGrpSpPr>
        <p:grpSpPr>
          <a:xfrm>
            <a:off x="0" y="0"/>
            <a:ext cx="8229364" cy="188640"/>
            <a:chOff x="0" y="0"/>
            <a:chExt cx="7596336" cy="188640"/>
          </a:xfrm>
        </p:grpSpPr>
        <p:sp>
          <p:nvSpPr>
            <p:cNvPr id="11" name="사다리꼴 10"/>
            <p:cNvSpPr/>
            <p:nvPr userDrawn="1"/>
          </p:nvSpPr>
          <p:spPr>
            <a:xfrm flipV="1">
              <a:off x="2483768" y="0"/>
              <a:ext cx="5112568" cy="188640"/>
            </a:xfrm>
            <a:prstGeom prst="trapezoid">
              <a:avLst>
                <a:gd name="adj" fmla="val 39021"/>
              </a:avLst>
            </a:prstGeom>
            <a:solidFill>
              <a:srgbClr val="009E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12" name="직사각형 11"/>
            <p:cNvSpPr/>
            <p:nvPr userDrawn="1"/>
          </p:nvSpPr>
          <p:spPr>
            <a:xfrm>
              <a:off x="0" y="0"/>
              <a:ext cx="2843808" cy="188640"/>
            </a:xfrm>
            <a:prstGeom prst="rect">
              <a:avLst/>
            </a:prstGeom>
            <a:solidFill>
              <a:srgbClr val="009E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914400" rtl="0" eaLnBrk="1" latinLnBrk="1" hangingPunct="1"/>
              <a:endParaRPr lang="ko-KR" altLang="en-US" sz="1800" kern="1200">
                <a:solidFill>
                  <a:schemeClr val="l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5" name="그룹 14"/>
          <p:cNvGrpSpPr/>
          <p:nvPr userDrawn="1"/>
        </p:nvGrpSpPr>
        <p:grpSpPr>
          <a:xfrm rot="10800000">
            <a:off x="5343042" y="6669360"/>
            <a:ext cx="4562957" cy="188640"/>
            <a:chOff x="2951776" y="0"/>
            <a:chExt cx="4499993" cy="188640"/>
          </a:xfrm>
        </p:grpSpPr>
        <p:sp>
          <p:nvSpPr>
            <p:cNvPr id="16" name="사다리꼴 15"/>
            <p:cNvSpPr/>
            <p:nvPr userDrawn="1"/>
          </p:nvSpPr>
          <p:spPr>
            <a:xfrm flipV="1">
              <a:off x="2953364" y="0"/>
              <a:ext cx="4498405" cy="188640"/>
            </a:xfrm>
            <a:prstGeom prst="trapezoid">
              <a:avLst>
                <a:gd name="adj" fmla="val 39021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17" name="직사각형 16"/>
            <p:cNvSpPr/>
            <p:nvPr userDrawn="1"/>
          </p:nvSpPr>
          <p:spPr>
            <a:xfrm>
              <a:off x="2951776" y="0"/>
              <a:ext cx="1259632" cy="18864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914400" rtl="0" eaLnBrk="1" latinLnBrk="1" hangingPunct="1"/>
              <a:endParaRPr lang="ko-KR" altLang="en-US" sz="1800" kern="1200">
                <a:solidFill>
                  <a:schemeClr val="lt1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4" name="슬라이드 번호 개체 틀 5">
            <a:extLst>
              <a:ext uri="{FF2B5EF4-FFF2-40B4-BE49-F238E27FC236}">
                <a16:creationId xmlns:a16="http://schemas.microsoft.com/office/drawing/2014/main" id="{FE201B0A-BC55-4A65-931F-9D5F8A5ED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640965" y="6592268"/>
            <a:ext cx="922422" cy="365125"/>
          </a:xfrm>
          <a:prstGeom prst="rect">
            <a:avLst/>
          </a:prstGeom>
        </p:spPr>
        <p:txBody>
          <a:bodyPr/>
          <a:lstStyle>
            <a:lvl1pPr algn="ctr">
              <a:defRPr sz="9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2238B37-AEE2-462B-B908-4FD6F9810C00}" type="slidenum">
              <a:rPr lang="ko-KR" altLang="en-US" smtClean="0"/>
              <a:pPr/>
              <a:t>‹#›</a:t>
            </a:fld>
            <a:endParaRPr lang="ko-KR" altLang="en-US" sz="900"/>
          </a:p>
        </p:txBody>
      </p:sp>
    </p:spTree>
    <p:extLst>
      <p:ext uri="{BB962C8B-B14F-4D97-AF65-F5344CB8AC3E}">
        <p14:creationId xmlns:p14="http://schemas.microsoft.com/office/powerpoint/2010/main" val="188397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727560" y="634652"/>
            <a:ext cx="7410823" cy="508918"/>
          </a:xfrm>
        </p:spPr>
        <p:txBody>
          <a:bodyPr>
            <a:noAutofit/>
          </a:bodyPr>
          <a:lstStyle>
            <a:lvl1pPr algn="l">
              <a:defRPr sz="2200" b="0"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Bold" panose="00000800000000000000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4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4640965" y="6525347"/>
            <a:ext cx="922422" cy="365125"/>
          </a:xfrm>
          <a:prstGeom prst="rect">
            <a:avLst/>
          </a:prstGeom>
        </p:spPr>
        <p:txBody>
          <a:bodyPr/>
          <a:lstStyle>
            <a:lvl1pPr algn="ctr"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2238B37-AEE2-462B-B908-4FD6F9810C00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6BDF9FD-3C33-4331-910B-677D1C7CF710}"/>
              </a:ext>
            </a:extLst>
          </p:cNvPr>
          <p:cNvSpPr/>
          <p:nvPr userDrawn="1"/>
        </p:nvSpPr>
        <p:spPr>
          <a:xfrm>
            <a:off x="584516" y="673087"/>
            <a:ext cx="78009" cy="432048"/>
          </a:xfrm>
          <a:prstGeom prst="rect">
            <a:avLst/>
          </a:prstGeom>
          <a:solidFill>
            <a:srgbClr val="5C67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80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E9F5394-476A-4721-9896-D860670467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432048"/>
          </a:xfrm>
          <a:prstGeom prst="rect">
            <a:avLst/>
          </a:prstGeom>
        </p:spPr>
      </p:pic>
      <p:pic>
        <p:nvPicPr>
          <p:cNvPr id="10" name="그림 9" descr="폰트, 텍스트, 그래픽, 로고이(가) 표시된 사진&#10;&#10;자동 생성된 설명">
            <a:extLst>
              <a:ext uri="{FF2B5EF4-FFF2-40B4-BE49-F238E27FC236}">
                <a16:creationId xmlns:a16="http://schemas.microsoft.com/office/drawing/2014/main" id="{8406CB90-B6A7-4F8C-BD43-D906A20E7BD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5853" y="62036"/>
            <a:ext cx="1308730" cy="270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374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/>
          <p:cNvSpPr/>
          <p:nvPr userDrawn="1"/>
        </p:nvSpPr>
        <p:spPr>
          <a:xfrm>
            <a:off x="287079" y="988828"/>
            <a:ext cx="9324754" cy="55270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5338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5" r:id="rId2"/>
    <p:sldLayoutId id="2147483688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21" r="2256"/>
          <a:stretch/>
        </p:blipFill>
        <p:spPr>
          <a:xfrm>
            <a:off x="82380" y="78156"/>
            <a:ext cx="9753600" cy="6715827"/>
          </a:xfrm>
          <a:prstGeom prst="rect">
            <a:avLst/>
          </a:prstGeom>
        </p:spPr>
      </p:pic>
      <p:sp>
        <p:nvSpPr>
          <p:cNvPr id="13" name="직사각형 12"/>
          <p:cNvSpPr/>
          <p:nvPr/>
        </p:nvSpPr>
        <p:spPr>
          <a:xfrm>
            <a:off x="2924775" y="1692526"/>
            <a:ext cx="3978442" cy="34211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3398736" y="4221089"/>
            <a:ext cx="2958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pc="-70" dirty="0" err="1">
                <a:solidFill>
                  <a:srgbClr val="00206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씨오파트너</a:t>
            </a:r>
            <a:endParaRPr lang="ko-KR" altLang="en-US" spc="-70" dirty="0">
              <a:solidFill>
                <a:srgbClr val="00206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cxnSp>
        <p:nvCxnSpPr>
          <p:cNvPr id="19" name="직선 연결선 18"/>
          <p:cNvCxnSpPr/>
          <p:nvPr/>
        </p:nvCxnSpPr>
        <p:spPr>
          <a:xfrm>
            <a:off x="3332820" y="4077108"/>
            <a:ext cx="3162352" cy="0"/>
          </a:xfrm>
          <a:prstGeom prst="line">
            <a:avLst/>
          </a:prstGeom>
          <a:ln>
            <a:solidFill>
              <a:srgbClr val="002060"/>
            </a:solidFill>
          </a:ln>
          <a:effectLst>
            <a:outerShdw dist="12700" dir="5400000" sx="1000" sy="1000" algn="t" rotWithShape="0">
              <a:srgbClr val="002060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141351" y="2914430"/>
            <a:ext cx="3557837" cy="677108"/>
          </a:xfrm>
          <a:prstGeom prst="rect">
            <a:avLst/>
          </a:prstGeom>
          <a:noFill/>
          <a:effectLst>
            <a:outerShdw blurRad="76200" dist="317500" dir="12600000" sx="87000" sy="87000" algn="ctr" rotWithShape="0">
              <a:srgbClr val="000000">
                <a:alpha val="21000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ko-KR" altLang="en-US" sz="3800" b="1" spc="-150">
                <a:solidFill>
                  <a:srgbClr val="00206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가지급금 해결방안</a:t>
            </a:r>
            <a:endParaRPr lang="ko-KR" altLang="en-US" sz="3800" b="1" spc="-150" dirty="0">
              <a:solidFill>
                <a:srgbClr val="00206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8" name="직사각형 12"/>
          <p:cNvSpPr/>
          <p:nvPr/>
        </p:nvSpPr>
        <p:spPr>
          <a:xfrm>
            <a:off x="2924775" y="1692526"/>
            <a:ext cx="3978442" cy="3421185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5047226" y="6346621"/>
            <a:ext cx="4572000" cy="235129"/>
          </a:xfrm>
          <a:prstGeom prst="rect">
            <a:avLst/>
          </a:prstGeom>
        </p:spPr>
        <p:txBody>
          <a:bodyPr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eaLnBrk="0" latinLnBrk="0" hangingPunct="0">
              <a:lnSpc>
                <a:spcPts val="1200"/>
              </a:lnSpc>
            </a:pPr>
            <a:r>
              <a:rPr lang="en-US" altLang="ko-KR" sz="900" dirty="0">
                <a:solidFill>
                  <a:schemeClr val="bg1"/>
                </a:solidFill>
                <a:latin typeface="Arial" panose="020B0604020202020204" pitchFamily="34" charset="0"/>
                <a:ea typeface="나눔고딕" panose="020D0604000000000000" pitchFamily="50" charset="-127"/>
                <a:cs typeface="Arial" panose="020B0604020202020204" pitchFamily="34" charset="0"/>
              </a:rPr>
              <a:t>Copyright ⓒ </a:t>
            </a:r>
            <a:r>
              <a:rPr lang="en-US" altLang="ko-KR" sz="900" dirty="0" err="1">
                <a:solidFill>
                  <a:schemeClr val="bg1"/>
                </a:solidFill>
                <a:latin typeface="Arial" panose="020B0604020202020204" pitchFamily="34" charset="0"/>
                <a:ea typeface="나눔고딕" panose="020D0604000000000000" pitchFamily="50" charset="-127"/>
                <a:cs typeface="Arial" panose="020B0604020202020204" pitchFamily="34" charset="0"/>
              </a:rPr>
              <a:t>LearnInvest</a:t>
            </a:r>
            <a:r>
              <a:rPr lang="en-US" altLang="ko-KR" sz="900" dirty="0">
                <a:solidFill>
                  <a:schemeClr val="bg1"/>
                </a:solidFill>
                <a:latin typeface="Arial" panose="020B0604020202020204" pitchFamily="34" charset="0"/>
                <a:ea typeface="나눔고딕" panose="020D0604000000000000" pitchFamily="50" charset="-127"/>
                <a:cs typeface="Arial" panose="020B0604020202020204" pitchFamily="34" charset="0"/>
              </a:rPr>
              <a:t> Co., Ltd.   All right reserved.</a:t>
            </a:r>
            <a:endParaRPr lang="ko-KR" altLang="ko-KR" sz="800" dirty="0">
              <a:solidFill>
                <a:schemeClr val="bg1"/>
              </a:solidFill>
              <a:latin typeface="Arial" panose="020B0604020202020204" pitchFamily="34" charset="0"/>
              <a:ea typeface="나눔고딕" panose="020D0604000000000000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3549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모서리가 둥근 직사각형 45"/>
          <p:cNvSpPr/>
          <p:nvPr/>
        </p:nvSpPr>
        <p:spPr>
          <a:xfrm>
            <a:off x="1076638" y="2367194"/>
            <a:ext cx="7745817" cy="1008113"/>
          </a:xfrm>
          <a:prstGeom prst="roundRect">
            <a:avLst>
              <a:gd name="adj" fmla="val 7449"/>
            </a:avLst>
          </a:prstGeom>
          <a:solidFill>
            <a:schemeClr val="tx1">
              <a:lumMod val="85000"/>
              <a:lumOff val="15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세무상 가지급금이란 </a:t>
            </a:r>
          </a:p>
        </p:txBody>
      </p:sp>
      <p:sp>
        <p:nvSpPr>
          <p:cNvPr id="38" name="직사각형 37"/>
          <p:cNvSpPr/>
          <p:nvPr/>
        </p:nvSpPr>
        <p:spPr>
          <a:xfrm>
            <a:off x="1635989" y="1431088"/>
            <a:ext cx="651332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ctr"/>
            <a:r>
              <a:rPr lang="ko-KR" altLang="en-US" sz="2000" b="1" dirty="0">
                <a:solidFill>
                  <a:srgbClr val="000000"/>
                </a:solidFill>
                <a:latin typeface="YDIYGo520" panose="02030504000101010101" pitchFamily="18" charset="-127"/>
                <a:ea typeface="YDIYGo520" panose="02030504000101010101" pitchFamily="18" charset="-127"/>
              </a:rPr>
              <a:t>명칭 여하에 불구하고 법인의 업무와 관련이 없는 자금 </a:t>
            </a:r>
            <a:r>
              <a:rPr lang="ko-KR" altLang="en-US" sz="2000" b="1" dirty="0" err="1">
                <a:solidFill>
                  <a:srgbClr val="000000"/>
                </a:solidFill>
                <a:latin typeface="YDIYGo520" panose="02030504000101010101" pitchFamily="18" charset="-127"/>
                <a:ea typeface="YDIYGo520" panose="02030504000101010101" pitchFamily="18" charset="-127"/>
              </a:rPr>
              <a:t>대여액</a:t>
            </a:r>
            <a:r>
              <a:rPr lang="en-US" altLang="ko-KR" sz="2000" b="1" dirty="0">
                <a:solidFill>
                  <a:srgbClr val="000000"/>
                </a:solidFill>
                <a:latin typeface="YDIYGo520" panose="02030504000101010101" pitchFamily="18" charset="-127"/>
                <a:ea typeface="YDIYGo520" panose="02030504000101010101" pitchFamily="18" charset="-127"/>
              </a:rPr>
              <a:t>,</a:t>
            </a:r>
          </a:p>
          <a:p>
            <a:pPr algn="ctr" fontAlgn="ctr"/>
            <a:r>
              <a:rPr lang="ko-KR" altLang="en-US" sz="2000" dirty="0">
                <a:solidFill>
                  <a:srgbClr val="0E549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유출되는 법인의 자금 중 지출증빙이 없는 것을 말함 </a:t>
            </a:r>
            <a:endParaRPr lang="ko-KR" altLang="en-US" b="1" dirty="0">
              <a:solidFill>
                <a:srgbClr val="000000"/>
              </a:solidFill>
              <a:latin typeface="YDIYGo520" panose="02030504000101010101" pitchFamily="18" charset="-127"/>
              <a:ea typeface="YDIYGo520" panose="02030504000101010101" pitchFamily="18" charset="-127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2398745" y="2494456"/>
            <a:ext cx="6298671" cy="7525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ctr">
              <a:lnSpc>
                <a:spcPct val="130000"/>
              </a:lnSpc>
            </a:pPr>
            <a:r>
              <a:rPr lang="ko-KR" altLang="en-US" sz="1100" dirty="0">
                <a:solidFill>
                  <a:srgbClr val="000000"/>
                </a:solidFill>
                <a:latin typeface="YDIYGo520" panose="02030504000101010101" pitchFamily="18" charset="-127"/>
                <a:ea typeface="YDIYGo520" panose="02030504000101010101" pitchFamily="18" charset="-127"/>
              </a:rPr>
              <a:t>가지급금이란 실제의 현금 등의 지출은 있었지만 거래 내용이 불분명하거나 거래가 완전히 종결되지 않아 계정과목이나 금액이 </a:t>
            </a:r>
            <a:r>
              <a:rPr lang="ko-KR" altLang="en-US" sz="1100" dirty="0" err="1">
                <a:solidFill>
                  <a:srgbClr val="000000"/>
                </a:solidFill>
                <a:latin typeface="YDIYGo520" panose="02030504000101010101" pitchFamily="18" charset="-127"/>
                <a:ea typeface="YDIYGo520" panose="02030504000101010101" pitchFamily="18" charset="-127"/>
              </a:rPr>
              <a:t>미확정인</a:t>
            </a:r>
            <a:r>
              <a:rPr lang="ko-KR" altLang="en-US" sz="1100" dirty="0">
                <a:solidFill>
                  <a:srgbClr val="000000"/>
                </a:solidFill>
                <a:latin typeface="YDIYGo520" panose="02030504000101010101" pitchFamily="18" charset="-127"/>
                <a:ea typeface="YDIYGo520" panose="02030504000101010101" pitchFamily="18" charset="-127"/>
              </a:rPr>
              <a:t> 경우 또는 확정적인 거래는 있었으나 세법상 정규증빙을 수취하지 못하여 그 지출액에 대한 일시적인 채권을 표시하는 계정과목 </a:t>
            </a:r>
          </a:p>
        </p:txBody>
      </p:sp>
      <p:sp>
        <p:nvSpPr>
          <p:cNvPr id="45" name="양쪽 대괄호 44"/>
          <p:cNvSpPr/>
          <p:nvPr/>
        </p:nvSpPr>
        <p:spPr>
          <a:xfrm>
            <a:off x="1076641" y="1271085"/>
            <a:ext cx="7745817" cy="888776"/>
          </a:xfrm>
          <a:prstGeom prst="bracketPair">
            <a:avLst>
              <a:gd name="adj" fmla="val 10053"/>
            </a:avLst>
          </a:prstGeom>
          <a:ln w="571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이등변 삼각형 46"/>
          <p:cNvSpPr/>
          <p:nvPr/>
        </p:nvSpPr>
        <p:spPr bwMode="auto">
          <a:xfrm rot="1939526" flipH="1">
            <a:off x="915543" y="2840071"/>
            <a:ext cx="250588" cy="216024"/>
          </a:xfrm>
          <a:prstGeom prst="triangl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/>
          <p:cNvSpPr/>
          <p:nvPr/>
        </p:nvSpPr>
        <p:spPr bwMode="auto">
          <a:xfrm>
            <a:off x="874912" y="2611200"/>
            <a:ext cx="1466355" cy="36048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TextBox 61"/>
          <p:cNvSpPr txBox="1"/>
          <p:nvPr/>
        </p:nvSpPr>
        <p:spPr>
          <a:xfrm>
            <a:off x="967705" y="2637632"/>
            <a:ext cx="14691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4762" algn="ctr">
              <a:defRPr/>
            </a:pPr>
            <a:r>
              <a:rPr lang="ko-KR" altLang="en-US" sz="1400">
                <a:solidFill>
                  <a:schemeClr val="bg1">
                    <a:alpha val="99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itchFamily="34" charset="0"/>
              </a:rPr>
              <a:t>세무상 의미</a:t>
            </a:r>
            <a:endParaRPr lang="ko-KR" altLang="en-US" sz="1400" dirty="0">
              <a:solidFill>
                <a:schemeClr val="bg1">
                  <a:alpha val="99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  <a:cs typeface="Arial" pitchFamily="34" charset="0"/>
            </a:endParaRPr>
          </a:p>
        </p:txBody>
      </p:sp>
      <p:pic>
        <p:nvPicPr>
          <p:cNvPr id="1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84207" y="3970332"/>
            <a:ext cx="6216888" cy="2300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직사각형 1"/>
          <p:cNvSpPr/>
          <p:nvPr/>
        </p:nvSpPr>
        <p:spPr>
          <a:xfrm>
            <a:off x="4119450" y="3591651"/>
            <a:ext cx="4953000" cy="492443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algn="ctr"/>
            <a:r>
              <a:rPr lang="en-US" altLang="ko-KR" sz="1200" b="1" dirty="0">
                <a:solidFill>
                  <a:srgbClr val="1B5C6B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“</a:t>
            </a:r>
            <a:r>
              <a:rPr lang="ko-KR" altLang="en-US" sz="1200" b="1" dirty="0">
                <a:solidFill>
                  <a:srgbClr val="1B5C6B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처리자금 귀속 불분명 하면</a:t>
            </a:r>
            <a:endParaRPr lang="en-US" altLang="ko-KR" sz="1200" b="1" dirty="0">
              <a:solidFill>
                <a:srgbClr val="1B5C6B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Arial" pitchFamily="34" charset="0"/>
            </a:endParaRPr>
          </a:p>
          <a:p>
            <a:pPr lvl="0" algn="ctr"/>
            <a:r>
              <a:rPr lang="ko-KR" altLang="en-US" sz="1400" b="1" dirty="0">
                <a:solidFill>
                  <a:srgbClr val="F79646">
                    <a:lumMod val="75000"/>
                  </a:srgb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대표이사에게 대여한 가지급금</a:t>
            </a:r>
            <a:r>
              <a:rPr lang="ko-KR" altLang="en-US" sz="1200" b="1" dirty="0">
                <a:solidFill>
                  <a:srgbClr val="1B5C6B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으로 처리</a:t>
            </a:r>
            <a:r>
              <a:rPr lang="en-US" altLang="ko-KR" sz="1200" b="1" dirty="0">
                <a:solidFill>
                  <a:srgbClr val="1B5C6B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18405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가지급금의 발생 원인 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1133399" y="1618059"/>
            <a:ext cx="764824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ctr"/>
            <a:r>
              <a:rPr lang="ko-KR" altLang="en-US" sz="20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사업상</a:t>
            </a:r>
            <a:r>
              <a:rPr lang="en-US" altLang="ko-KR" sz="20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20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관행상</a:t>
            </a:r>
            <a:r>
              <a:rPr lang="en-US" altLang="ko-KR" sz="20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20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매출증가를 위해</a:t>
            </a:r>
            <a:r>
              <a:rPr lang="en-US" altLang="ko-KR" sz="20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20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수주를 받기 위해</a:t>
            </a:r>
            <a:r>
              <a:rPr lang="en-US" altLang="ko-KR" sz="20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20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관계성 때문에 등등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1445902" y="2823576"/>
            <a:ext cx="5134712" cy="391885"/>
          </a:xfrm>
          <a:prstGeom prst="rect">
            <a:avLst/>
          </a:prstGeom>
          <a:solidFill>
            <a:srgbClr val="3BBD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1445903" y="3838456"/>
            <a:ext cx="1436918" cy="391885"/>
          </a:xfrm>
          <a:prstGeom prst="rect">
            <a:avLst/>
          </a:prstGeom>
          <a:solidFill>
            <a:srgbClr val="00B0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1445902" y="4906084"/>
            <a:ext cx="874211" cy="391885"/>
          </a:xfrm>
          <a:prstGeom prst="rect">
            <a:avLst/>
          </a:prstGeom>
          <a:solidFill>
            <a:srgbClr val="0E53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6620810" y="2727130"/>
            <a:ext cx="14168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rgbClr val="3BBDC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95</a:t>
            </a:r>
            <a:r>
              <a:rPr lang="en-US" altLang="ko-KR" sz="2000" dirty="0">
                <a:solidFill>
                  <a:srgbClr val="3BBDC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</a:t>
            </a:r>
            <a:endParaRPr lang="ko-KR" altLang="en-US" sz="2000" dirty="0">
              <a:solidFill>
                <a:srgbClr val="3BBDC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" name="직선 연결선 9"/>
          <p:cNvCxnSpPr/>
          <p:nvPr/>
        </p:nvCxnSpPr>
        <p:spPr>
          <a:xfrm flipH="1">
            <a:off x="1445902" y="2401549"/>
            <a:ext cx="2" cy="3235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/>
          <p:cNvSpPr/>
          <p:nvPr/>
        </p:nvSpPr>
        <p:spPr>
          <a:xfrm>
            <a:off x="1494086" y="2448230"/>
            <a:ext cx="207140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ctr"/>
            <a:r>
              <a:rPr lang="en-US" altLang="ko-KR" sz="2000" dirty="0">
                <a:solidFill>
                  <a:srgbClr val="2389A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“</a:t>
            </a:r>
            <a:r>
              <a:rPr lang="ko-KR" altLang="en-US" sz="2000" dirty="0">
                <a:solidFill>
                  <a:srgbClr val="2389A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리베이트</a:t>
            </a:r>
            <a:r>
              <a:rPr lang="en-US" altLang="ko-KR" sz="2000" dirty="0">
                <a:solidFill>
                  <a:srgbClr val="2389A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”</a:t>
            </a:r>
            <a:r>
              <a:rPr lang="ko-KR" altLang="en-US" sz="16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로 인하여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33194" y="3742010"/>
            <a:ext cx="14168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rgbClr val="00B0E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altLang="ko-KR" sz="2000" dirty="0">
                <a:solidFill>
                  <a:srgbClr val="00B0E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</a:t>
            </a:r>
            <a:endParaRPr lang="ko-KR" altLang="en-US" sz="2000" dirty="0">
              <a:solidFill>
                <a:srgbClr val="00B0E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1494086" y="3463110"/>
            <a:ext cx="39100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ctr"/>
            <a:r>
              <a:rPr lang="ko-KR" altLang="en-US" sz="16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증빙 없는 지출로 인한 </a:t>
            </a:r>
            <a:r>
              <a:rPr lang="en-US" altLang="ko-KR" dirty="0">
                <a:solidFill>
                  <a:srgbClr val="00B0EE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“</a:t>
            </a:r>
            <a:r>
              <a:rPr lang="ko-KR" altLang="en-US" dirty="0">
                <a:solidFill>
                  <a:srgbClr val="00B0EE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회계처리상의 문제</a:t>
            </a:r>
            <a:r>
              <a:rPr lang="en-US" altLang="ko-KR" dirty="0">
                <a:solidFill>
                  <a:srgbClr val="00B0EE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”</a:t>
            </a:r>
            <a:endParaRPr lang="ko-KR" altLang="en-US" dirty="0">
              <a:solidFill>
                <a:srgbClr val="00B0EE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360458" y="4809638"/>
            <a:ext cx="8841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rgbClr val="0E53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ko-KR" sz="2000" dirty="0">
                <a:solidFill>
                  <a:srgbClr val="0E53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</a:t>
            </a:r>
            <a:endParaRPr lang="ko-KR" altLang="en-US" sz="2000" dirty="0">
              <a:solidFill>
                <a:srgbClr val="0E539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1494086" y="4517118"/>
            <a:ext cx="25282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ctr"/>
            <a:r>
              <a:rPr lang="en-US" altLang="ko-KR" dirty="0">
                <a:solidFill>
                  <a:srgbClr val="0E539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“</a:t>
            </a:r>
            <a:r>
              <a:rPr lang="ko-KR" altLang="en-US" dirty="0">
                <a:solidFill>
                  <a:srgbClr val="0E539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대표이사의 개인적 사용</a:t>
            </a:r>
            <a:r>
              <a:rPr lang="en-US" altLang="ko-KR" dirty="0">
                <a:solidFill>
                  <a:srgbClr val="0E539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”</a:t>
            </a:r>
            <a:endParaRPr lang="ko-KR" altLang="en-US" dirty="0">
              <a:solidFill>
                <a:srgbClr val="0E539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8" name="양쪽 대괄호 17"/>
          <p:cNvSpPr/>
          <p:nvPr/>
        </p:nvSpPr>
        <p:spPr>
          <a:xfrm>
            <a:off x="1076634" y="1557771"/>
            <a:ext cx="7745817" cy="492094"/>
          </a:xfrm>
          <a:prstGeom prst="bracketPair">
            <a:avLst>
              <a:gd name="adj" fmla="val 10053"/>
            </a:avLst>
          </a:prstGeom>
          <a:ln w="571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21"/>
          <a:stretch/>
        </p:blipFill>
        <p:spPr bwMode="auto">
          <a:xfrm>
            <a:off x="5445152" y="3544378"/>
            <a:ext cx="3266814" cy="253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19516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양쪽 모서리가 둥근 사각형 7"/>
          <p:cNvSpPr/>
          <p:nvPr/>
        </p:nvSpPr>
        <p:spPr>
          <a:xfrm rot="16200000">
            <a:off x="3240255" y="-513719"/>
            <a:ext cx="620495" cy="5161254"/>
          </a:xfrm>
          <a:prstGeom prst="round2SameRect">
            <a:avLst/>
          </a:prstGeom>
          <a:gradFill>
            <a:gsLst>
              <a:gs pos="59000">
                <a:srgbClr val="09358D"/>
              </a:gs>
              <a:gs pos="94000">
                <a:schemeClr val="accent1">
                  <a:tint val="23500"/>
                  <a:satMod val="160000"/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양쪽 모서리가 둥근 사각형 8"/>
          <p:cNvSpPr/>
          <p:nvPr/>
        </p:nvSpPr>
        <p:spPr>
          <a:xfrm rot="16200000">
            <a:off x="3284853" y="1579807"/>
            <a:ext cx="620496" cy="5250449"/>
          </a:xfrm>
          <a:prstGeom prst="round2SameRect">
            <a:avLst/>
          </a:prstGeom>
          <a:gradFill>
            <a:gsLst>
              <a:gs pos="59000">
                <a:srgbClr val="0D66BA"/>
              </a:gs>
              <a:gs pos="94000">
                <a:schemeClr val="accent1">
                  <a:tint val="23500"/>
                  <a:satMod val="160000"/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가지급금은 대표이사 갚아야 할 빚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1193687" y="2462091"/>
            <a:ext cx="5670142" cy="8125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fontAlgn="ctr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b="1" dirty="0">
                <a:solidFill>
                  <a:srgbClr val="000000"/>
                </a:solidFill>
                <a:latin typeface="YDIYGo520" panose="02030504000101010101" pitchFamily="18" charset="-127"/>
                <a:ea typeface="YDIYGo520" panose="02030504000101010101" pitchFamily="18" charset="-127"/>
              </a:rPr>
              <a:t>법인에서 발생한 모든 이익금이 </a:t>
            </a:r>
            <a:r>
              <a:rPr lang="en-US" altLang="ko-KR" b="1" dirty="0">
                <a:solidFill>
                  <a:srgbClr val="000000"/>
                </a:solidFill>
                <a:latin typeface="YDIYGo520" panose="02030504000101010101" pitchFamily="18" charset="-127"/>
                <a:ea typeface="YDIYGo520" panose="02030504000101010101" pitchFamily="18" charset="-127"/>
              </a:rPr>
              <a:t>CEO</a:t>
            </a:r>
            <a:r>
              <a:rPr lang="ko-KR" altLang="en-US" b="1" dirty="0">
                <a:solidFill>
                  <a:srgbClr val="000000"/>
                </a:solidFill>
                <a:latin typeface="YDIYGo520" panose="02030504000101010101" pitchFamily="18" charset="-127"/>
                <a:ea typeface="YDIYGo520" panose="02030504000101010101" pitchFamily="18" charset="-127"/>
              </a:rPr>
              <a:t>의 것이 아니면서도 </a:t>
            </a:r>
            <a:endParaRPr lang="en-US" altLang="ko-KR" b="1" dirty="0">
              <a:solidFill>
                <a:srgbClr val="000000"/>
              </a:solidFill>
              <a:latin typeface="YDIYGo520" panose="02030504000101010101" pitchFamily="18" charset="-127"/>
              <a:ea typeface="YDIYGo520" panose="02030504000101010101" pitchFamily="18" charset="-127"/>
            </a:endParaRPr>
          </a:p>
          <a:p>
            <a:pPr marL="285750" indent="-285750" fontAlgn="ctr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b="1" dirty="0">
                <a:solidFill>
                  <a:srgbClr val="000000"/>
                </a:solidFill>
                <a:latin typeface="YDIYGo520" panose="02030504000101010101" pitchFamily="18" charset="-127"/>
                <a:ea typeface="YDIYGo520" panose="02030504000101010101" pitchFamily="18" charset="-127"/>
              </a:rPr>
              <a:t>법인에서 발생한 모든 빚은 </a:t>
            </a:r>
            <a:r>
              <a:rPr lang="en-US" altLang="ko-KR" b="1" dirty="0">
                <a:solidFill>
                  <a:srgbClr val="000000"/>
                </a:solidFill>
                <a:latin typeface="YDIYGo520" panose="02030504000101010101" pitchFamily="18" charset="-127"/>
                <a:ea typeface="YDIYGo520" panose="02030504000101010101" pitchFamily="18" charset="-127"/>
              </a:rPr>
              <a:t>CEO</a:t>
            </a:r>
            <a:r>
              <a:rPr lang="ko-KR" altLang="en-US" b="1" dirty="0">
                <a:solidFill>
                  <a:srgbClr val="000000"/>
                </a:solidFill>
                <a:latin typeface="YDIYGo520" panose="02030504000101010101" pitchFamily="18" charset="-127"/>
                <a:ea typeface="YDIYGo520" panose="02030504000101010101" pitchFamily="18" charset="-127"/>
              </a:rPr>
              <a:t>가 책임져야 함 </a:t>
            </a:r>
            <a:endParaRPr lang="en-US" altLang="ko-KR" b="1" dirty="0">
              <a:solidFill>
                <a:srgbClr val="000000"/>
              </a:solidFill>
              <a:latin typeface="YDIYGo520" panose="02030504000101010101" pitchFamily="18" charset="-127"/>
              <a:ea typeface="YDIYGo520" panose="02030504000101010101" pitchFamily="18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193686" y="4618713"/>
            <a:ext cx="41921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fontAlgn="ctr">
              <a:buFont typeface="Arial" panose="020B0604020202020204" pitchFamily="34" charset="0"/>
              <a:buChar char="•"/>
            </a:pPr>
            <a:r>
              <a:rPr lang="ko-KR" altLang="en-US" b="1" dirty="0" err="1">
                <a:solidFill>
                  <a:srgbClr val="000000"/>
                </a:solidFill>
                <a:latin typeface="YDIYGo520" panose="02030504000101010101" pitchFamily="18" charset="-127"/>
                <a:ea typeface="YDIYGo520" panose="02030504000101010101" pitchFamily="18" charset="-127"/>
              </a:rPr>
              <a:t>가업승계시</a:t>
            </a:r>
            <a:r>
              <a:rPr lang="ko-KR" altLang="en-US" b="1" dirty="0">
                <a:solidFill>
                  <a:srgbClr val="000000"/>
                </a:solidFill>
                <a:latin typeface="YDIYGo520" panose="02030504000101010101" pitchFamily="18" charset="-127"/>
                <a:ea typeface="YDIYGo520" panose="02030504000101010101" pitchFamily="18" charset="-127"/>
              </a:rPr>
              <a:t> 자녀에게 빚도 함께 승계 됨 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1547409" y="1855539"/>
            <a:ext cx="391492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ctr"/>
            <a:r>
              <a:rPr lang="ko-KR" altLang="en-US" sz="2000" b="1" dirty="0">
                <a:solidFill>
                  <a:schemeClr val="bg1"/>
                </a:solidFill>
                <a:latin typeface="YDIYGo520" panose="02030504000101010101" pitchFamily="18" charset="-127"/>
                <a:ea typeface="YDIYGo520" panose="02030504000101010101" pitchFamily="18" charset="-127"/>
              </a:rPr>
              <a:t>언젠가는 반드시 갚아야 할 빚 </a:t>
            </a:r>
            <a:endParaRPr lang="en-US" altLang="ko-KR" sz="2000" b="1" dirty="0">
              <a:solidFill>
                <a:schemeClr val="bg1"/>
              </a:solidFill>
              <a:latin typeface="YDIYGo520" panose="02030504000101010101" pitchFamily="18" charset="-127"/>
              <a:ea typeface="YDIYGo520" panose="02030504000101010101" pitchFamily="18" charset="-127"/>
            </a:endParaRPr>
          </a:p>
        </p:txBody>
      </p:sp>
      <p:pic>
        <p:nvPicPr>
          <p:cNvPr id="11" name="그림 10" descr="0015.png"/>
          <p:cNvPicPr>
            <a:picLocks noChangeAspect="1"/>
          </p:cNvPicPr>
          <p:nvPr/>
        </p:nvPicPr>
        <p:blipFill>
          <a:blip r:embed="rId2" cstate="print">
            <a:lum bright="100000" contrast="100000"/>
          </a:blip>
          <a:stretch>
            <a:fillRect/>
          </a:stretch>
        </p:blipFill>
        <p:spPr>
          <a:xfrm>
            <a:off x="1106420" y="1855539"/>
            <a:ext cx="432048" cy="399234"/>
          </a:xfrm>
          <a:prstGeom prst="rect">
            <a:avLst/>
          </a:prstGeom>
        </p:spPr>
      </p:pic>
      <p:sp>
        <p:nvSpPr>
          <p:cNvPr id="13" name="직사각형 12"/>
          <p:cNvSpPr/>
          <p:nvPr/>
        </p:nvSpPr>
        <p:spPr>
          <a:xfrm>
            <a:off x="1547410" y="3974199"/>
            <a:ext cx="353231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ctr"/>
            <a:r>
              <a:rPr lang="ko-KR" altLang="en-US" sz="2000" b="1" dirty="0">
                <a:solidFill>
                  <a:schemeClr val="bg1"/>
                </a:solidFill>
                <a:latin typeface="YDIYGo520" panose="02030504000101010101" pitchFamily="18" charset="-127"/>
                <a:ea typeface="YDIYGo520" panose="02030504000101010101" pitchFamily="18" charset="-127"/>
              </a:rPr>
              <a:t>대물림이 되는 빚 </a:t>
            </a:r>
          </a:p>
        </p:txBody>
      </p:sp>
      <p:pic>
        <p:nvPicPr>
          <p:cNvPr id="14" name="그림 13" descr="0015.png"/>
          <p:cNvPicPr>
            <a:picLocks noChangeAspect="1"/>
          </p:cNvPicPr>
          <p:nvPr/>
        </p:nvPicPr>
        <p:blipFill>
          <a:blip r:embed="rId2" cstate="print">
            <a:lum bright="100000" contrast="100000"/>
          </a:blip>
          <a:stretch>
            <a:fillRect/>
          </a:stretch>
        </p:blipFill>
        <p:spPr>
          <a:xfrm>
            <a:off x="1106420" y="3974199"/>
            <a:ext cx="432048" cy="399234"/>
          </a:xfrm>
          <a:prstGeom prst="rect">
            <a:avLst/>
          </a:prstGeom>
        </p:spPr>
      </p:pic>
      <p:pic>
        <p:nvPicPr>
          <p:cNvPr id="1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31129" y="3572267"/>
            <a:ext cx="3035012" cy="2597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37903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모서리가 둥근 직사각형 63"/>
          <p:cNvSpPr/>
          <p:nvPr/>
        </p:nvSpPr>
        <p:spPr>
          <a:xfrm>
            <a:off x="1177350" y="4659925"/>
            <a:ext cx="7427742" cy="647814"/>
          </a:xfrm>
          <a:prstGeom prst="roundRect">
            <a:avLst>
              <a:gd name="adj" fmla="val 27928"/>
            </a:avLst>
          </a:prstGeom>
          <a:solidFill>
            <a:srgbClr val="3677A4">
              <a:alpha val="1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가지급금이 가져오는 불이익 </a:t>
            </a:r>
          </a:p>
        </p:txBody>
      </p:sp>
      <p:sp>
        <p:nvSpPr>
          <p:cNvPr id="9" name="모서리가 둥근 직사각형 8"/>
          <p:cNvSpPr/>
          <p:nvPr/>
        </p:nvSpPr>
        <p:spPr>
          <a:xfrm>
            <a:off x="1177350" y="1423444"/>
            <a:ext cx="7427742" cy="647814"/>
          </a:xfrm>
          <a:prstGeom prst="roundRect">
            <a:avLst>
              <a:gd name="adj" fmla="val 27928"/>
            </a:avLst>
          </a:prstGeom>
          <a:solidFill>
            <a:srgbClr val="3677A4">
              <a:alpha val="1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갈매기형 수장 9"/>
          <p:cNvSpPr/>
          <p:nvPr/>
        </p:nvSpPr>
        <p:spPr>
          <a:xfrm>
            <a:off x="8187723" y="1623347"/>
            <a:ext cx="231920" cy="231920"/>
          </a:xfrm>
          <a:prstGeom prst="chevron">
            <a:avLst/>
          </a:prstGeom>
          <a:solidFill>
            <a:srgbClr val="1887B4"/>
          </a:solidFill>
          <a:ln>
            <a:noFill/>
          </a:ln>
          <a:effectLst/>
          <a:scene3d>
            <a:camera prst="orthographicFront"/>
            <a:lightRig rig="threePt" dir="t"/>
          </a:scene3d>
          <a:sp3d>
            <a:bevelT w="12700" h="1270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18" name="그룹 17"/>
          <p:cNvGrpSpPr/>
          <p:nvPr/>
        </p:nvGrpSpPr>
        <p:grpSpPr>
          <a:xfrm>
            <a:off x="1515067" y="1423997"/>
            <a:ext cx="643086" cy="643086"/>
            <a:chOff x="846164" y="1705975"/>
            <a:chExt cx="1009934" cy="1009934"/>
          </a:xfrm>
        </p:grpSpPr>
        <p:grpSp>
          <p:nvGrpSpPr>
            <p:cNvPr id="19" name="그룹 49"/>
            <p:cNvGrpSpPr/>
            <p:nvPr/>
          </p:nvGrpSpPr>
          <p:grpSpPr>
            <a:xfrm>
              <a:off x="846164" y="1705975"/>
              <a:ext cx="1009934" cy="1009934"/>
              <a:chOff x="-1310185" y="0"/>
              <a:chExt cx="1310185" cy="1310185"/>
            </a:xfrm>
          </p:grpSpPr>
          <p:sp>
            <p:nvSpPr>
              <p:cNvPr id="21" name="타원 20"/>
              <p:cNvSpPr/>
              <p:nvPr/>
            </p:nvSpPr>
            <p:spPr>
              <a:xfrm>
                <a:off x="-1310185" y="0"/>
                <a:ext cx="1310185" cy="1310185"/>
              </a:xfrm>
              <a:prstGeom prst="ellipse">
                <a:avLst/>
              </a:prstGeom>
              <a:gradFill flip="none" rotWithShape="1">
                <a:gsLst>
                  <a:gs pos="0">
                    <a:srgbClr val="166B96"/>
                  </a:gs>
                  <a:gs pos="100000">
                    <a:srgbClr val="53B8EB"/>
                  </a:gs>
                </a:gsLst>
                <a:lin ang="2700000" scaled="1"/>
                <a:tileRect/>
              </a:gradFill>
              <a:ln w="60325" cap="flat" cmpd="sng" algn="ctr">
                <a:solidFill>
                  <a:sysClr val="window" lastClr="FFFFFF"/>
                </a:solidFill>
                <a:prstDash val="solid"/>
              </a:ln>
              <a:effectLst>
                <a:outerShdw blurRad="114300" sx="102000" sy="102000" algn="ctr" rotWithShape="0">
                  <a:prstClr val="black">
                    <a:alpha val="39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prst="slope"/>
              </a:sp3d>
            </p:spPr>
            <p:txBody>
              <a:bodyPr rtlCol="0" anchor="ctr"/>
              <a:lstStyle/>
              <a:p>
                <a:pPr algn="ctr" latinLnBrk="0"/>
                <a:endParaRPr lang="ko-KR" altLang="en-US" sz="1400" kern="0">
                  <a:solidFill>
                    <a:sysClr val="window" lastClr="FFFFFF"/>
                  </a:solidFill>
                </a:endParaRPr>
              </a:p>
            </p:txBody>
          </p:sp>
          <p:sp>
            <p:nvSpPr>
              <p:cNvPr id="22" name="타원 21"/>
              <p:cNvSpPr/>
              <p:nvPr/>
            </p:nvSpPr>
            <p:spPr>
              <a:xfrm>
                <a:off x="-1094121" y="102533"/>
                <a:ext cx="867512" cy="867512"/>
              </a:xfrm>
              <a:prstGeom prst="ellipse">
                <a:avLst/>
              </a:prstGeom>
              <a:gradFill>
                <a:gsLst>
                  <a:gs pos="0">
                    <a:sysClr val="window" lastClr="FFFFFF">
                      <a:alpha val="65000"/>
                    </a:sysClr>
                  </a:gs>
                  <a:gs pos="45000">
                    <a:sysClr val="window" lastClr="FFFFFF">
                      <a:alpha val="0"/>
                    </a:sysClr>
                  </a:gs>
                </a:gsLst>
                <a:lin ang="54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latinLnBrk="0"/>
                <a:endParaRPr lang="ko-KR" altLang="en-US" sz="1400" kern="0">
                  <a:solidFill>
                    <a:sysClr val="window" lastClr="FFFFFF"/>
                  </a:solidFill>
                </a:endParaRPr>
              </a:p>
            </p:txBody>
          </p:sp>
        </p:grpSp>
        <p:sp>
          <p:nvSpPr>
            <p:cNvPr id="20" name="TextBox 19"/>
            <p:cNvSpPr txBox="1"/>
            <p:nvPr/>
          </p:nvSpPr>
          <p:spPr>
            <a:xfrm>
              <a:off x="1043909" y="1806189"/>
              <a:ext cx="607205" cy="8216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00" b="1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Times New Roman" pitchFamily="18" charset="0"/>
                </a:rPr>
                <a:t>1</a:t>
              </a:r>
              <a:endParaRPr kumimoji="0" lang="ko-KR" altLang="en-US" sz="2800" b="1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Times New Roman" pitchFamily="18" charset="0"/>
              </a:endParaRPr>
            </a:p>
          </p:txBody>
        </p:sp>
      </p:grpSp>
      <p:sp>
        <p:nvSpPr>
          <p:cNvPr id="38" name="모서리가 둥근 직사각형 37"/>
          <p:cNvSpPr/>
          <p:nvPr/>
        </p:nvSpPr>
        <p:spPr>
          <a:xfrm>
            <a:off x="1177350" y="2226909"/>
            <a:ext cx="7427742" cy="647814"/>
          </a:xfrm>
          <a:prstGeom prst="roundRect">
            <a:avLst>
              <a:gd name="adj" fmla="val 27928"/>
            </a:avLst>
          </a:prstGeom>
          <a:solidFill>
            <a:srgbClr val="3677A4">
              <a:alpha val="1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갈매기형 수장 38"/>
          <p:cNvSpPr/>
          <p:nvPr/>
        </p:nvSpPr>
        <p:spPr>
          <a:xfrm>
            <a:off x="8187723" y="2426812"/>
            <a:ext cx="231920" cy="231920"/>
          </a:xfrm>
          <a:prstGeom prst="chevron">
            <a:avLst/>
          </a:prstGeom>
          <a:solidFill>
            <a:srgbClr val="1887B4"/>
          </a:solidFill>
          <a:ln>
            <a:noFill/>
          </a:ln>
          <a:effectLst/>
          <a:scene3d>
            <a:camera prst="orthographicFront"/>
            <a:lightRig rig="threePt" dir="t"/>
          </a:scene3d>
          <a:sp3d>
            <a:bevelT w="12700" h="1270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45" name="모서리가 둥근 직사각형 44"/>
          <p:cNvSpPr/>
          <p:nvPr/>
        </p:nvSpPr>
        <p:spPr>
          <a:xfrm>
            <a:off x="1177350" y="3035666"/>
            <a:ext cx="7427742" cy="647814"/>
          </a:xfrm>
          <a:prstGeom prst="roundRect">
            <a:avLst>
              <a:gd name="adj" fmla="val 27928"/>
            </a:avLst>
          </a:prstGeom>
          <a:solidFill>
            <a:srgbClr val="3677A4">
              <a:alpha val="1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갈매기형 수장 45"/>
          <p:cNvSpPr/>
          <p:nvPr/>
        </p:nvSpPr>
        <p:spPr>
          <a:xfrm>
            <a:off x="8187723" y="3235569"/>
            <a:ext cx="231920" cy="231920"/>
          </a:xfrm>
          <a:prstGeom prst="chevron">
            <a:avLst/>
          </a:prstGeom>
          <a:solidFill>
            <a:srgbClr val="1887B4"/>
          </a:solidFill>
          <a:ln>
            <a:noFill/>
          </a:ln>
          <a:effectLst/>
          <a:scene3d>
            <a:camera prst="orthographicFront"/>
            <a:lightRig rig="threePt" dir="t"/>
          </a:scene3d>
          <a:sp3d>
            <a:bevelT w="12700" h="1270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2" name="모서리가 둥근 직사각형 51"/>
          <p:cNvSpPr/>
          <p:nvPr/>
        </p:nvSpPr>
        <p:spPr>
          <a:xfrm>
            <a:off x="1177350" y="3839131"/>
            <a:ext cx="7427742" cy="647814"/>
          </a:xfrm>
          <a:prstGeom prst="roundRect">
            <a:avLst>
              <a:gd name="adj" fmla="val 27928"/>
            </a:avLst>
          </a:prstGeom>
          <a:solidFill>
            <a:srgbClr val="3677A4">
              <a:alpha val="1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갈매기형 수장 52"/>
          <p:cNvSpPr/>
          <p:nvPr/>
        </p:nvSpPr>
        <p:spPr>
          <a:xfrm>
            <a:off x="8187723" y="4039034"/>
            <a:ext cx="231920" cy="231920"/>
          </a:xfrm>
          <a:prstGeom prst="chevron">
            <a:avLst/>
          </a:prstGeom>
          <a:solidFill>
            <a:srgbClr val="1887B4"/>
          </a:solidFill>
          <a:ln>
            <a:noFill/>
          </a:ln>
          <a:effectLst/>
          <a:scene3d>
            <a:camera prst="orthographicFront"/>
            <a:lightRig rig="threePt" dir="t"/>
          </a:scene3d>
          <a:sp3d>
            <a:bevelT w="12700" h="1270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2305835" y="1539252"/>
            <a:ext cx="5715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itchFamily="34" charset="0"/>
              </a:rPr>
              <a:t>가지급금 인정이자 </a:t>
            </a:r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itchFamily="34" charset="0"/>
              </a:rPr>
              <a:t>(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itchFamily="34" charset="0"/>
              </a:rPr>
              <a:t>당좌대출이자율 </a:t>
            </a:r>
            <a:r>
              <a:rPr lang="ko-KR" altLang="en-US" b="1" u="sng" dirty="0">
                <a:solidFill>
                  <a:srgbClr val="013D79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itchFamily="34" charset="0"/>
              </a:rPr>
              <a:t>연 </a:t>
            </a:r>
            <a:r>
              <a:rPr lang="en-US" altLang="ko-KR" b="1" u="sng" dirty="0">
                <a:solidFill>
                  <a:srgbClr val="013D79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itchFamily="34" charset="0"/>
              </a:rPr>
              <a:t>4.6%</a:t>
            </a:r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itchFamily="34" charset="0"/>
              </a:rPr>
              <a:t>) 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itchFamily="34" charset="0"/>
              </a:rPr>
              <a:t> </a:t>
            </a:r>
            <a:endParaRPr lang="en-US" altLang="ko-KR" dirty="0">
              <a:latin typeface="KoPub돋움체 Medium" panose="02020603020101020101" pitchFamily="18" charset="-127"/>
              <a:ea typeface="KoPub돋움체 Medium" panose="02020603020101020101" pitchFamily="18" charset="-127"/>
              <a:cs typeface="Arial" pitchFamily="34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2305835" y="2362136"/>
            <a:ext cx="5715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itchFamily="34" charset="0"/>
              </a:rPr>
              <a:t>업무무관자산에 대한 </a:t>
            </a:r>
            <a:r>
              <a:rPr lang="ko-KR" altLang="en-US" dirty="0">
                <a:solidFill>
                  <a:srgbClr val="013D79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itchFamily="34" charset="0"/>
              </a:rPr>
              <a:t>차입금 지급이자 손금 </a:t>
            </a:r>
            <a:r>
              <a:rPr lang="ko-KR" altLang="en-US" dirty="0" err="1">
                <a:solidFill>
                  <a:srgbClr val="013D79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itchFamily="34" charset="0"/>
              </a:rPr>
              <a:t>불산입</a:t>
            </a:r>
            <a:endParaRPr lang="ko-KR" altLang="en-US" dirty="0">
              <a:solidFill>
                <a:srgbClr val="013D79"/>
              </a:solidFill>
              <a:latin typeface="KoPub돋움체 Bold" panose="02020603020101020101" pitchFamily="18" charset="-127"/>
              <a:ea typeface="KoPub돋움체 Bold" panose="02020603020101020101" pitchFamily="18" charset="-127"/>
              <a:cs typeface="Arial" pitchFamily="34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2305835" y="3147592"/>
            <a:ext cx="5715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itchFamily="34" charset="0"/>
              </a:rPr>
              <a:t>은행거래시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itchFamily="34" charset="0"/>
              </a:rPr>
              <a:t> </a:t>
            </a:r>
            <a:r>
              <a:rPr lang="ko-KR" altLang="en-US" dirty="0">
                <a:solidFill>
                  <a:srgbClr val="013D79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itchFamily="34" charset="0"/>
              </a:rPr>
              <a:t>신용도 평가에서 불리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itchFamily="34" charset="0"/>
              </a:rPr>
              <a:t>한 요소로 작용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305835" y="4841319"/>
            <a:ext cx="5715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itchFamily="34" charset="0"/>
              </a:rPr>
              <a:t>과세당국의 관심대상으로 </a:t>
            </a:r>
            <a:r>
              <a:rPr lang="ko-KR" altLang="en-US" dirty="0">
                <a:solidFill>
                  <a:srgbClr val="013D79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itchFamily="34" charset="0"/>
              </a:rPr>
              <a:t>세무조사 위험 </a:t>
            </a:r>
          </a:p>
        </p:txBody>
      </p:sp>
      <p:sp>
        <p:nvSpPr>
          <p:cNvPr id="65" name="갈매기형 수장 64"/>
          <p:cNvSpPr/>
          <p:nvPr/>
        </p:nvSpPr>
        <p:spPr>
          <a:xfrm>
            <a:off x="8187723" y="4859828"/>
            <a:ext cx="231920" cy="231920"/>
          </a:xfrm>
          <a:prstGeom prst="chevron">
            <a:avLst/>
          </a:prstGeom>
          <a:solidFill>
            <a:srgbClr val="1887B4"/>
          </a:solidFill>
          <a:ln>
            <a:noFill/>
          </a:ln>
          <a:effectLst/>
          <a:scene3d>
            <a:camera prst="orthographicFront"/>
            <a:lightRig rig="threePt" dir="t"/>
          </a:scene3d>
          <a:sp3d>
            <a:bevelT w="12700" h="1270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1" name="모서리가 둥근 직사각형 70"/>
          <p:cNvSpPr/>
          <p:nvPr/>
        </p:nvSpPr>
        <p:spPr>
          <a:xfrm>
            <a:off x="1177350" y="5475422"/>
            <a:ext cx="7427742" cy="647814"/>
          </a:xfrm>
          <a:prstGeom prst="roundRect">
            <a:avLst>
              <a:gd name="adj" fmla="val 27928"/>
            </a:avLst>
          </a:prstGeom>
          <a:solidFill>
            <a:srgbClr val="3677A4">
              <a:alpha val="1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갈매기형 수장 71"/>
          <p:cNvSpPr/>
          <p:nvPr/>
        </p:nvSpPr>
        <p:spPr>
          <a:xfrm>
            <a:off x="8187723" y="5675325"/>
            <a:ext cx="231920" cy="231920"/>
          </a:xfrm>
          <a:prstGeom prst="chevron">
            <a:avLst/>
          </a:prstGeom>
          <a:solidFill>
            <a:srgbClr val="1887B4"/>
          </a:solidFill>
          <a:ln>
            <a:noFill/>
          </a:ln>
          <a:effectLst/>
          <a:scene3d>
            <a:camera prst="orthographicFront"/>
            <a:lightRig rig="threePt" dir="t"/>
          </a:scene3d>
          <a:sp3d>
            <a:bevelT w="12700" h="1270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2305835" y="5650187"/>
            <a:ext cx="6113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itchFamily="34" charset="0"/>
              </a:rPr>
              <a:t>가지급금은 법인 자산</a:t>
            </a:r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itchFamily="34" charset="0"/>
              </a:rPr>
              <a:t>, 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itchFamily="34" charset="0"/>
              </a:rPr>
              <a:t>비상장주식가치 높여 </a:t>
            </a:r>
            <a:r>
              <a:rPr lang="ko-KR" altLang="en-US" dirty="0">
                <a:solidFill>
                  <a:srgbClr val="013D79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itchFamily="34" charset="0"/>
              </a:rPr>
              <a:t>상속</a:t>
            </a:r>
            <a:r>
              <a:rPr lang="en-US" altLang="ko-KR" dirty="0">
                <a:solidFill>
                  <a:srgbClr val="013D79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itchFamily="34" charset="0"/>
              </a:rPr>
              <a:t>•</a:t>
            </a:r>
            <a:r>
              <a:rPr lang="ko-KR" altLang="en-US" dirty="0">
                <a:solidFill>
                  <a:srgbClr val="013D79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itchFamily="34" charset="0"/>
              </a:rPr>
              <a:t>증여세 증가 </a:t>
            </a:r>
          </a:p>
        </p:txBody>
      </p:sp>
      <p:grpSp>
        <p:nvGrpSpPr>
          <p:cNvPr id="80" name="그룹 79"/>
          <p:cNvGrpSpPr/>
          <p:nvPr/>
        </p:nvGrpSpPr>
        <p:grpSpPr>
          <a:xfrm>
            <a:off x="1515067" y="2231637"/>
            <a:ext cx="643086" cy="643086"/>
            <a:chOff x="846164" y="1705975"/>
            <a:chExt cx="1009934" cy="1009934"/>
          </a:xfrm>
        </p:grpSpPr>
        <p:grpSp>
          <p:nvGrpSpPr>
            <p:cNvPr id="81" name="그룹 49"/>
            <p:cNvGrpSpPr/>
            <p:nvPr/>
          </p:nvGrpSpPr>
          <p:grpSpPr>
            <a:xfrm>
              <a:off x="846164" y="1705975"/>
              <a:ext cx="1009934" cy="1009934"/>
              <a:chOff x="-1310185" y="0"/>
              <a:chExt cx="1310185" cy="1310185"/>
            </a:xfrm>
          </p:grpSpPr>
          <p:sp>
            <p:nvSpPr>
              <p:cNvPr id="83" name="타원 82"/>
              <p:cNvSpPr/>
              <p:nvPr/>
            </p:nvSpPr>
            <p:spPr>
              <a:xfrm>
                <a:off x="-1310185" y="0"/>
                <a:ext cx="1310185" cy="1310185"/>
              </a:xfrm>
              <a:prstGeom prst="ellipse">
                <a:avLst/>
              </a:prstGeom>
              <a:gradFill flip="none" rotWithShape="1">
                <a:gsLst>
                  <a:gs pos="0">
                    <a:srgbClr val="166B96"/>
                  </a:gs>
                  <a:gs pos="100000">
                    <a:srgbClr val="53B8EB"/>
                  </a:gs>
                </a:gsLst>
                <a:lin ang="2700000" scaled="1"/>
                <a:tileRect/>
              </a:gradFill>
              <a:ln w="60325" cap="flat" cmpd="sng" algn="ctr">
                <a:solidFill>
                  <a:sysClr val="window" lastClr="FFFFFF"/>
                </a:solidFill>
                <a:prstDash val="solid"/>
              </a:ln>
              <a:effectLst>
                <a:outerShdw blurRad="114300" sx="102000" sy="102000" algn="ctr" rotWithShape="0">
                  <a:prstClr val="black">
                    <a:alpha val="39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prst="slope"/>
              </a:sp3d>
            </p:spPr>
            <p:txBody>
              <a:bodyPr rtlCol="0" anchor="ctr"/>
              <a:lstStyle/>
              <a:p>
                <a:pPr algn="ctr" latinLnBrk="0"/>
                <a:endParaRPr lang="ko-KR" altLang="en-US" sz="1400" kern="0">
                  <a:solidFill>
                    <a:sysClr val="window" lastClr="FFFFFF"/>
                  </a:solidFill>
                </a:endParaRPr>
              </a:p>
            </p:txBody>
          </p:sp>
          <p:sp>
            <p:nvSpPr>
              <p:cNvPr id="84" name="타원 83"/>
              <p:cNvSpPr/>
              <p:nvPr/>
            </p:nvSpPr>
            <p:spPr>
              <a:xfrm>
                <a:off x="-1094121" y="102533"/>
                <a:ext cx="867512" cy="867512"/>
              </a:xfrm>
              <a:prstGeom prst="ellipse">
                <a:avLst/>
              </a:prstGeom>
              <a:gradFill>
                <a:gsLst>
                  <a:gs pos="0">
                    <a:sysClr val="window" lastClr="FFFFFF">
                      <a:alpha val="65000"/>
                    </a:sysClr>
                  </a:gs>
                  <a:gs pos="45000">
                    <a:sysClr val="window" lastClr="FFFFFF">
                      <a:alpha val="0"/>
                    </a:sysClr>
                  </a:gs>
                </a:gsLst>
                <a:lin ang="54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latinLnBrk="0"/>
                <a:endParaRPr lang="ko-KR" altLang="en-US" sz="1400" kern="0">
                  <a:solidFill>
                    <a:sysClr val="window" lastClr="FFFFFF"/>
                  </a:solidFill>
                </a:endParaRPr>
              </a:p>
            </p:txBody>
          </p:sp>
        </p:grpSp>
        <p:sp>
          <p:nvSpPr>
            <p:cNvPr id="82" name="TextBox 81"/>
            <p:cNvSpPr txBox="1"/>
            <p:nvPr/>
          </p:nvSpPr>
          <p:spPr>
            <a:xfrm>
              <a:off x="1043909" y="1806189"/>
              <a:ext cx="607205" cy="8216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00" b="1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Times New Roman" pitchFamily="18" charset="0"/>
                </a:rPr>
                <a:t>2</a:t>
              </a:r>
              <a:endParaRPr kumimoji="0" lang="ko-KR" altLang="en-US" sz="2800" b="1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Times New Roman" pitchFamily="18" charset="0"/>
              </a:endParaRPr>
            </a:p>
          </p:txBody>
        </p:sp>
      </p:grpSp>
      <p:grpSp>
        <p:nvGrpSpPr>
          <p:cNvPr id="85" name="그룹 84"/>
          <p:cNvGrpSpPr/>
          <p:nvPr/>
        </p:nvGrpSpPr>
        <p:grpSpPr>
          <a:xfrm>
            <a:off x="1515067" y="3029986"/>
            <a:ext cx="643086" cy="643086"/>
            <a:chOff x="846164" y="1705975"/>
            <a:chExt cx="1009934" cy="1009934"/>
          </a:xfrm>
        </p:grpSpPr>
        <p:grpSp>
          <p:nvGrpSpPr>
            <p:cNvPr id="86" name="그룹 49"/>
            <p:cNvGrpSpPr/>
            <p:nvPr/>
          </p:nvGrpSpPr>
          <p:grpSpPr>
            <a:xfrm>
              <a:off x="846164" y="1705975"/>
              <a:ext cx="1009934" cy="1009934"/>
              <a:chOff x="-1310185" y="0"/>
              <a:chExt cx="1310185" cy="1310185"/>
            </a:xfrm>
          </p:grpSpPr>
          <p:sp>
            <p:nvSpPr>
              <p:cNvPr id="88" name="타원 87"/>
              <p:cNvSpPr/>
              <p:nvPr/>
            </p:nvSpPr>
            <p:spPr>
              <a:xfrm>
                <a:off x="-1310185" y="0"/>
                <a:ext cx="1310185" cy="1310185"/>
              </a:xfrm>
              <a:prstGeom prst="ellipse">
                <a:avLst/>
              </a:prstGeom>
              <a:gradFill flip="none" rotWithShape="1">
                <a:gsLst>
                  <a:gs pos="0">
                    <a:srgbClr val="166B96"/>
                  </a:gs>
                  <a:gs pos="100000">
                    <a:srgbClr val="53B8EB"/>
                  </a:gs>
                </a:gsLst>
                <a:lin ang="2700000" scaled="1"/>
                <a:tileRect/>
              </a:gradFill>
              <a:ln w="60325" cap="flat" cmpd="sng" algn="ctr">
                <a:solidFill>
                  <a:sysClr val="window" lastClr="FFFFFF"/>
                </a:solidFill>
                <a:prstDash val="solid"/>
              </a:ln>
              <a:effectLst>
                <a:outerShdw blurRad="114300" sx="102000" sy="102000" algn="ctr" rotWithShape="0">
                  <a:prstClr val="black">
                    <a:alpha val="39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prst="slope"/>
              </a:sp3d>
            </p:spPr>
            <p:txBody>
              <a:bodyPr rtlCol="0" anchor="ctr"/>
              <a:lstStyle/>
              <a:p>
                <a:pPr algn="ctr" latinLnBrk="0"/>
                <a:endParaRPr lang="ko-KR" altLang="en-US" sz="1400" kern="0">
                  <a:solidFill>
                    <a:sysClr val="window" lastClr="FFFFFF"/>
                  </a:solidFill>
                </a:endParaRPr>
              </a:p>
            </p:txBody>
          </p:sp>
          <p:sp>
            <p:nvSpPr>
              <p:cNvPr id="89" name="타원 88"/>
              <p:cNvSpPr/>
              <p:nvPr/>
            </p:nvSpPr>
            <p:spPr>
              <a:xfrm>
                <a:off x="-1094121" y="102533"/>
                <a:ext cx="867512" cy="867512"/>
              </a:xfrm>
              <a:prstGeom prst="ellipse">
                <a:avLst/>
              </a:prstGeom>
              <a:gradFill>
                <a:gsLst>
                  <a:gs pos="0">
                    <a:sysClr val="window" lastClr="FFFFFF">
                      <a:alpha val="65000"/>
                    </a:sysClr>
                  </a:gs>
                  <a:gs pos="45000">
                    <a:sysClr val="window" lastClr="FFFFFF">
                      <a:alpha val="0"/>
                    </a:sysClr>
                  </a:gs>
                </a:gsLst>
                <a:lin ang="54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latinLnBrk="0"/>
                <a:endParaRPr lang="ko-KR" altLang="en-US" sz="1400" kern="0">
                  <a:solidFill>
                    <a:sysClr val="window" lastClr="FFFFFF"/>
                  </a:solidFill>
                </a:endParaRPr>
              </a:p>
            </p:txBody>
          </p:sp>
        </p:grpSp>
        <p:sp>
          <p:nvSpPr>
            <p:cNvPr id="87" name="TextBox 86"/>
            <p:cNvSpPr txBox="1"/>
            <p:nvPr/>
          </p:nvSpPr>
          <p:spPr>
            <a:xfrm>
              <a:off x="1043909" y="1806189"/>
              <a:ext cx="607205" cy="8216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00" b="1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Times New Roman" pitchFamily="18" charset="0"/>
                </a:rPr>
                <a:t>3</a:t>
              </a:r>
              <a:endParaRPr kumimoji="0" lang="ko-KR" altLang="en-US" sz="2800" b="1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Times New Roman" pitchFamily="18" charset="0"/>
              </a:endParaRPr>
            </a:p>
          </p:txBody>
        </p:sp>
      </p:grpSp>
      <p:grpSp>
        <p:nvGrpSpPr>
          <p:cNvPr id="90" name="그룹 89"/>
          <p:cNvGrpSpPr/>
          <p:nvPr/>
        </p:nvGrpSpPr>
        <p:grpSpPr>
          <a:xfrm>
            <a:off x="1515067" y="3841495"/>
            <a:ext cx="643086" cy="643086"/>
            <a:chOff x="846164" y="1705975"/>
            <a:chExt cx="1009934" cy="1009934"/>
          </a:xfrm>
        </p:grpSpPr>
        <p:grpSp>
          <p:nvGrpSpPr>
            <p:cNvPr id="91" name="그룹 49"/>
            <p:cNvGrpSpPr/>
            <p:nvPr/>
          </p:nvGrpSpPr>
          <p:grpSpPr>
            <a:xfrm>
              <a:off x="846164" y="1705975"/>
              <a:ext cx="1009934" cy="1009934"/>
              <a:chOff x="-1310185" y="0"/>
              <a:chExt cx="1310185" cy="1310185"/>
            </a:xfrm>
          </p:grpSpPr>
          <p:sp>
            <p:nvSpPr>
              <p:cNvPr id="93" name="타원 92"/>
              <p:cNvSpPr/>
              <p:nvPr/>
            </p:nvSpPr>
            <p:spPr>
              <a:xfrm>
                <a:off x="-1310185" y="0"/>
                <a:ext cx="1310185" cy="1310185"/>
              </a:xfrm>
              <a:prstGeom prst="ellipse">
                <a:avLst/>
              </a:prstGeom>
              <a:gradFill flip="none" rotWithShape="1">
                <a:gsLst>
                  <a:gs pos="0">
                    <a:srgbClr val="166B96"/>
                  </a:gs>
                  <a:gs pos="100000">
                    <a:srgbClr val="53B8EB"/>
                  </a:gs>
                </a:gsLst>
                <a:lin ang="2700000" scaled="1"/>
                <a:tileRect/>
              </a:gradFill>
              <a:ln w="60325" cap="flat" cmpd="sng" algn="ctr">
                <a:solidFill>
                  <a:sysClr val="window" lastClr="FFFFFF"/>
                </a:solidFill>
                <a:prstDash val="solid"/>
              </a:ln>
              <a:effectLst>
                <a:outerShdw blurRad="114300" sx="102000" sy="102000" algn="ctr" rotWithShape="0">
                  <a:prstClr val="black">
                    <a:alpha val="39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prst="slope"/>
              </a:sp3d>
            </p:spPr>
            <p:txBody>
              <a:bodyPr rtlCol="0" anchor="ctr"/>
              <a:lstStyle/>
              <a:p>
                <a:pPr algn="ctr" latinLnBrk="0"/>
                <a:endParaRPr lang="ko-KR" altLang="en-US" sz="1400" kern="0">
                  <a:solidFill>
                    <a:sysClr val="window" lastClr="FFFFFF"/>
                  </a:solidFill>
                </a:endParaRPr>
              </a:p>
            </p:txBody>
          </p:sp>
          <p:sp>
            <p:nvSpPr>
              <p:cNvPr id="94" name="타원 93"/>
              <p:cNvSpPr/>
              <p:nvPr/>
            </p:nvSpPr>
            <p:spPr>
              <a:xfrm>
                <a:off x="-1094121" y="102533"/>
                <a:ext cx="867512" cy="867512"/>
              </a:xfrm>
              <a:prstGeom prst="ellipse">
                <a:avLst/>
              </a:prstGeom>
              <a:gradFill>
                <a:gsLst>
                  <a:gs pos="0">
                    <a:sysClr val="window" lastClr="FFFFFF">
                      <a:alpha val="65000"/>
                    </a:sysClr>
                  </a:gs>
                  <a:gs pos="45000">
                    <a:sysClr val="window" lastClr="FFFFFF">
                      <a:alpha val="0"/>
                    </a:sysClr>
                  </a:gs>
                </a:gsLst>
                <a:lin ang="54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latinLnBrk="0"/>
                <a:endParaRPr lang="ko-KR" altLang="en-US" sz="1400" kern="0">
                  <a:solidFill>
                    <a:sysClr val="window" lastClr="FFFFFF"/>
                  </a:solidFill>
                </a:endParaRPr>
              </a:p>
            </p:txBody>
          </p:sp>
        </p:grpSp>
        <p:sp>
          <p:nvSpPr>
            <p:cNvPr id="92" name="TextBox 91"/>
            <p:cNvSpPr txBox="1"/>
            <p:nvPr/>
          </p:nvSpPr>
          <p:spPr>
            <a:xfrm>
              <a:off x="1043909" y="1806189"/>
              <a:ext cx="607205" cy="8216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00" b="1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Times New Roman" pitchFamily="18" charset="0"/>
                </a:rPr>
                <a:t>4</a:t>
              </a:r>
              <a:endParaRPr kumimoji="0" lang="ko-KR" altLang="en-US" sz="2800" b="1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Times New Roman" pitchFamily="18" charset="0"/>
              </a:endParaRPr>
            </a:p>
          </p:txBody>
        </p:sp>
      </p:grpSp>
      <p:grpSp>
        <p:nvGrpSpPr>
          <p:cNvPr id="95" name="그룹 94"/>
          <p:cNvGrpSpPr/>
          <p:nvPr/>
        </p:nvGrpSpPr>
        <p:grpSpPr>
          <a:xfrm>
            <a:off x="1515067" y="4649135"/>
            <a:ext cx="643086" cy="643086"/>
            <a:chOff x="846164" y="1705975"/>
            <a:chExt cx="1009934" cy="1009934"/>
          </a:xfrm>
        </p:grpSpPr>
        <p:grpSp>
          <p:nvGrpSpPr>
            <p:cNvPr id="96" name="그룹 49"/>
            <p:cNvGrpSpPr/>
            <p:nvPr/>
          </p:nvGrpSpPr>
          <p:grpSpPr>
            <a:xfrm>
              <a:off x="846164" y="1705975"/>
              <a:ext cx="1009934" cy="1009934"/>
              <a:chOff x="-1310185" y="0"/>
              <a:chExt cx="1310185" cy="1310185"/>
            </a:xfrm>
          </p:grpSpPr>
          <p:sp>
            <p:nvSpPr>
              <p:cNvPr id="98" name="타원 97"/>
              <p:cNvSpPr/>
              <p:nvPr/>
            </p:nvSpPr>
            <p:spPr>
              <a:xfrm>
                <a:off x="-1310185" y="0"/>
                <a:ext cx="1310185" cy="1310185"/>
              </a:xfrm>
              <a:prstGeom prst="ellipse">
                <a:avLst/>
              </a:prstGeom>
              <a:gradFill flip="none" rotWithShape="1">
                <a:gsLst>
                  <a:gs pos="0">
                    <a:srgbClr val="166B96"/>
                  </a:gs>
                  <a:gs pos="100000">
                    <a:srgbClr val="53B8EB"/>
                  </a:gs>
                </a:gsLst>
                <a:lin ang="2700000" scaled="1"/>
                <a:tileRect/>
              </a:gradFill>
              <a:ln w="60325" cap="flat" cmpd="sng" algn="ctr">
                <a:solidFill>
                  <a:sysClr val="window" lastClr="FFFFFF"/>
                </a:solidFill>
                <a:prstDash val="solid"/>
              </a:ln>
              <a:effectLst>
                <a:outerShdw blurRad="114300" sx="102000" sy="102000" algn="ctr" rotWithShape="0">
                  <a:prstClr val="black">
                    <a:alpha val="39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prst="slope"/>
              </a:sp3d>
            </p:spPr>
            <p:txBody>
              <a:bodyPr rtlCol="0" anchor="ctr"/>
              <a:lstStyle/>
              <a:p>
                <a:pPr algn="ctr" latinLnBrk="0"/>
                <a:endParaRPr lang="ko-KR" altLang="en-US" sz="1400" kern="0">
                  <a:solidFill>
                    <a:sysClr val="window" lastClr="FFFFFF"/>
                  </a:solidFill>
                </a:endParaRPr>
              </a:p>
            </p:txBody>
          </p:sp>
          <p:sp>
            <p:nvSpPr>
              <p:cNvPr id="99" name="타원 98"/>
              <p:cNvSpPr/>
              <p:nvPr/>
            </p:nvSpPr>
            <p:spPr>
              <a:xfrm>
                <a:off x="-1094121" y="102533"/>
                <a:ext cx="867512" cy="867512"/>
              </a:xfrm>
              <a:prstGeom prst="ellipse">
                <a:avLst/>
              </a:prstGeom>
              <a:gradFill>
                <a:gsLst>
                  <a:gs pos="0">
                    <a:sysClr val="window" lastClr="FFFFFF">
                      <a:alpha val="65000"/>
                    </a:sysClr>
                  </a:gs>
                  <a:gs pos="45000">
                    <a:sysClr val="window" lastClr="FFFFFF">
                      <a:alpha val="0"/>
                    </a:sysClr>
                  </a:gs>
                </a:gsLst>
                <a:lin ang="54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latinLnBrk="0"/>
                <a:endParaRPr lang="ko-KR" altLang="en-US" sz="1400" kern="0">
                  <a:solidFill>
                    <a:sysClr val="window" lastClr="FFFFFF"/>
                  </a:solidFill>
                </a:endParaRPr>
              </a:p>
            </p:txBody>
          </p:sp>
        </p:grpSp>
        <p:sp>
          <p:nvSpPr>
            <p:cNvPr id="97" name="TextBox 96"/>
            <p:cNvSpPr txBox="1"/>
            <p:nvPr/>
          </p:nvSpPr>
          <p:spPr>
            <a:xfrm>
              <a:off x="1043909" y="1806189"/>
              <a:ext cx="607205" cy="8216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00" b="1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Times New Roman" pitchFamily="18" charset="0"/>
                </a:rPr>
                <a:t>5</a:t>
              </a:r>
              <a:endParaRPr kumimoji="0" lang="ko-KR" altLang="en-US" sz="2800" b="1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Times New Roman" pitchFamily="18" charset="0"/>
              </a:endParaRPr>
            </a:p>
          </p:txBody>
        </p:sp>
      </p:grpSp>
      <p:grpSp>
        <p:nvGrpSpPr>
          <p:cNvPr id="100" name="그룹 99"/>
          <p:cNvGrpSpPr/>
          <p:nvPr/>
        </p:nvGrpSpPr>
        <p:grpSpPr>
          <a:xfrm>
            <a:off x="1515067" y="5447484"/>
            <a:ext cx="643086" cy="643086"/>
            <a:chOff x="846164" y="1705975"/>
            <a:chExt cx="1009934" cy="1009934"/>
          </a:xfrm>
        </p:grpSpPr>
        <p:grpSp>
          <p:nvGrpSpPr>
            <p:cNvPr id="101" name="그룹 49"/>
            <p:cNvGrpSpPr/>
            <p:nvPr/>
          </p:nvGrpSpPr>
          <p:grpSpPr>
            <a:xfrm>
              <a:off x="846164" y="1705975"/>
              <a:ext cx="1009934" cy="1009934"/>
              <a:chOff x="-1310185" y="0"/>
              <a:chExt cx="1310185" cy="1310185"/>
            </a:xfrm>
          </p:grpSpPr>
          <p:sp>
            <p:nvSpPr>
              <p:cNvPr id="103" name="타원 102"/>
              <p:cNvSpPr/>
              <p:nvPr/>
            </p:nvSpPr>
            <p:spPr>
              <a:xfrm>
                <a:off x="-1310185" y="0"/>
                <a:ext cx="1310185" cy="1310185"/>
              </a:xfrm>
              <a:prstGeom prst="ellipse">
                <a:avLst/>
              </a:prstGeom>
              <a:gradFill flip="none" rotWithShape="1">
                <a:gsLst>
                  <a:gs pos="0">
                    <a:srgbClr val="166B96"/>
                  </a:gs>
                  <a:gs pos="100000">
                    <a:srgbClr val="53B8EB"/>
                  </a:gs>
                </a:gsLst>
                <a:lin ang="2700000" scaled="1"/>
                <a:tileRect/>
              </a:gradFill>
              <a:ln w="60325" cap="flat" cmpd="sng" algn="ctr">
                <a:solidFill>
                  <a:sysClr val="window" lastClr="FFFFFF"/>
                </a:solidFill>
                <a:prstDash val="solid"/>
              </a:ln>
              <a:effectLst>
                <a:outerShdw blurRad="114300" sx="102000" sy="102000" algn="ctr" rotWithShape="0">
                  <a:prstClr val="black">
                    <a:alpha val="39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prst="slope"/>
              </a:sp3d>
            </p:spPr>
            <p:txBody>
              <a:bodyPr rtlCol="0" anchor="ctr"/>
              <a:lstStyle/>
              <a:p>
                <a:pPr algn="ctr" latinLnBrk="0"/>
                <a:endParaRPr lang="ko-KR" altLang="en-US" sz="1400" kern="0">
                  <a:solidFill>
                    <a:sysClr val="window" lastClr="FFFFFF"/>
                  </a:solidFill>
                </a:endParaRPr>
              </a:p>
            </p:txBody>
          </p:sp>
          <p:sp>
            <p:nvSpPr>
              <p:cNvPr id="104" name="타원 103"/>
              <p:cNvSpPr/>
              <p:nvPr/>
            </p:nvSpPr>
            <p:spPr>
              <a:xfrm>
                <a:off x="-1094121" y="102533"/>
                <a:ext cx="867512" cy="867512"/>
              </a:xfrm>
              <a:prstGeom prst="ellipse">
                <a:avLst/>
              </a:prstGeom>
              <a:gradFill>
                <a:gsLst>
                  <a:gs pos="0">
                    <a:sysClr val="window" lastClr="FFFFFF">
                      <a:alpha val="65000"/>
                    </a:sysClr>
                  </a:gs>
                  <a:gs pos="45000">
                    <a:sysClr val="window" lastClr="FFFFFF">
                      <a:alpha val="0"/>
                    </a:sysClr>
                  </a:gs>
                </a:gsLst>
                <a:lin ang="54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latinLnBrk="0"/>
                <a:endParaRPr lang="ko-KR" altLang="en-US" sz="1400" kern="0">
                  <a:solidFill>
                    <a:sysClr val="window" lastClr="FFFFFF"/>
                  </a:solidFill>
                </a:endParaRPr>
              </a:p>
            </p:txBody>
          </p:sp>
        </p:grpSp>
        <p:sp>
          <p:nvSpPr>
            <p:cNvPr id="102" name="TextBox 101"/>
            <p:cNvSpPr txBox="1"/>
            <p:nvPr/>
          </p:nvSpPr>
          <p:spPr>
            <a:xfrm>
              <a:off x="1043909" y="1806189"/>
              <a:ext cx="607205" cy="8216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00" b="1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Times New Roman" pitchFamily="18" charset="0"/>
                </a:rPr>
                <a:t>6</a:t>
              </a:r>
              <a:endParaRPr kumimoji="0" lang="ko-KR" altLang="en-US" sz="2800" b="1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Times New Roman" pitchFamily="18" charset="0"/>
              </a:endParaRPr>
            </a:p>
          </p:txBody>
        </p:sp>
      </p:grpSp>
      <p:sp>
        <p:nvSpPr>
          <p:cNvPr id="105" name="TextBox 104"/>
          <p:cNvSpPr txBox="1"/>
          <p:nvPr/>
        </p:nvSpPr>
        <p:spPr>
          <a:xfrm>
            <a:off x="2305835" y="3982251"/>
            <a:ext cx="5715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>
                <a:solidFill>
                  <a:srgbClr val="013D79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itchFamily="34" charset="0"/>
              </a:rPr>
              <a:t>청산시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itchFamily="34" charset="0"/>
              </a:rPr>
              <a:t> 미상환 가지급금 원금 </a:t>
            </a:r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itchFamily="34" charset="0"/>
              </a:rPr>
              <a:t>+ 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itchFamily="34" charset="0"/>
              </a:rPr>
              <a:t>이자는 </a:t>
            </a:r>
            <a:r>
              <a:rPr lang="ko-KR" altLang="en-US" dirty="0">
                <a:solidFill>
                  <a:srgbClr val="013D79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itchFamily="34" charset="0"/>
              </a:rPr>
              <a:t>전액 상여로 처리 </a:t>
            </a:r>
          </a:p>
        </p:txBody>
      </p:sp>
    </p:spTree>
    <p:extLst>
      <p:ext uri="{BB962C8B-B14F-4D97-AF65-F5344CB8AC3E}">
        <p14:creationId xmlns:p14="http://schemas.microsoft.com/office/powerpoint/2010/main" val="411833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1095" y="2909952"/>
            <a:ext cx="3923809" cy="1038095"/>
          </a:xfrm>
          <a:prstGeom prst="rect">
            <a:avLst/>
          </a:prstGeom>
        </p:spPr>
      </p:pic>
      <p:graphicFrame>
        <p:nvGraphicFramePr>
          <p:cNvPr id="17" name="차트 1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42854297"/>
              </p:ext>
            </p:extLst>
          </p:nvPr>
        </p:nvGraphicFramePr>
        <p:xfrm>
          <a:off x="1367477" y="3135642"/>
          <a:ext cx="7061887" cy="26752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복리로 증가하는 가지급금 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595645" y="1347661"/>
            <a:ext cx="8776953" cy="812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ctr">
              <a:lnSpc>
                <a:spcPct val="130000"/>
              </a:lnSpc>
            </a:pPr>
            <a:r>
              <a:rPr lang="ko-KR" altLang="en-US" sz="1600" dirty="0">
                <a:solidFill>
                  <a:srgbClr val="00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미상환 인정이자는 다음해 상여로 처리해야 하나</a:t>
            </a:r>
            <a:r>
              <a:rPr lang="en-US" altLang="ko-KR" sz="1600" dirty="0">
                <a:solidFill>
                  <a:srgbClr val="00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</a:t>
            </a:r>
            <a:r>
              <a:rPr lang="ko-KR" altLang="en-US" sz="1600" dirty="0">
                <a:solidFill>
                  <a:srgbClr val="00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실무에서는 관행적으로 가지급금 원금에 더해지는 구조</a:t>
            </a:r>
            <a:endParaRPr lang="en-US" altLang="ko-KR" sz="1600" dirty="0">
              <a:solidFill>
                <a:srgbClr val="000000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algn="ctr" fontAlgn="ctr">
              <a:lnSpc>
                <a:spcPct val="130000"/>
              </a:lnSpc>
            </a:pPr>
            <a:r>
              <a:rPr lang="ko-KR" altLang="en-US" dirty="0">
                <a:solidFill>
                  <a:srgbClr val="0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결과적으로 </a:t>
            </a:r>
            <a:r>
              <a:rPr lang="ko-KR" altLang="en-US" sz="2000" dirty="0">
                <a:solidFill>
                  <a:srgbClr val="013D79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가지급금 원금이 매년 </a:t>
            </a:r>
            <a:r>
              <a:rPr lang="en-US" altLang="ko-KR" sz="2000" dirty="0">
                <a:solidFill>
                  <a:srgbClr val="013D79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4.6% </a:t>
            </a:r>
            <a:r>
              <a:rPr lang="ko-KR" altLang="en-US" sz="2000" dirty="0">
                <a:solidFill>
                  <a:srgbClr val="013D79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복리로 증가</a:t>
            </a:r>
            <a:r>
              <a:rPr lang="ko-KR" altLang="en-US" dirty="0">
                <a:solidFill>
                  <a:srgbClr val="0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하게 됨</a:t>
            </a:r>
            <a:r>
              <a:rPr lang="en-US" altLang="ko-KR" dirty="0">
                <a:solidFill>
                  <a:srgbClr val="0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!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67477" y="5761459"/>
            <a:ext cx="8237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rgbClr val="013D79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Today </a:t>
            </a:r>
            <a:endParaRPr lang="ko-KR" altLang="en-US" sz="1400" dirty="0">
              <a:solidFill>
                <a:srgbClr val="013D79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cxnSp>
        <p:nvCxnSpPr>
          <p:cNvPr id="7" name="직선 연결선 6"/>
          <p:cNvCxnSpPr/>
          <p:nvPr/>
        </p:nvCxnSpPr>
        <p:spPr>
          <a:xfrm>
            <a:off x="1287051" y="5706652"/>
            <a:ext cx="7511716" cy="0"/>
          </a:xfrm>
          <a:prstGeom prst="line">
            <a:avLst/>
          </a:prstGeom>
          <a:ln w="19050">
            <a:solidFill>
              <a:srgbClr val="013D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235637" y="5761459"/>
            <a:ext cx="14807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rgbClr val="013D79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10</a:t>
            </a:r>
            <a:r>
              <a:rPr lang="ko-KR" altLang="en-US" sz="1400" dirty="0">
                <a:solidFill>
                  <a:srgbClr val="013D79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년 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67477" y="3778198"/>
            <a:ext cx="8237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가지급금 </a:t>
            </a:r>
            <a:endParaRPr lang="en-US" altLang="ko-KR" sz="12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algn="ctr"/>
            <a:r>
              <a:rPr lang="en-US" altLang="ko-KR" sz="28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5</a:t>
            </a:r>
            <a:r>
              <a:rPr lang="ko-KR" altLang="en-US" sz="16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81362" y="3047872"/>
            <a:ext cx="10387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가지급금 </a:t>
            </a:r>
            <a:endParaRPr lang="en-US" altLang="ko-KR" sz="12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algn="ctr"/>
            <a:r>
              <a:rPr lang="en-US" altLang="ko-KR" sz="28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7.8</a:t>
            </a:r>
            <a:r>
              <a:rPr lang="ko-KR" altLang="en-US" sz="16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억</a:t>
            </a:r>
          </a:p>
        </p:txBody>
      </p:sp>
    </p:spTree>
    <p:extLst>
      <p:ext uri="{BB962C8B-B14F-4D97-AF65-F5344CB8AC3E}">
        <p14:creationId xmlns:p14="http://schemas.microsoft.com/office/powerpoint/2010/main" val="642289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가지급금 해결 방안 </a:t>
            </a:r>
          </a:p>
        </p:txBody>
      </p:sp>
      <p:sp>
        <p:nvSpPr>
          <p:cNvPr id="57" name="Freeform 46"/>
          <p:cNvSpPr>
            <a:spLocks/>
          </p:cNvSpPr>
          <p:nvPr/>
        </p:nvSpPr>
        <p:spPr bwMode="auto">
          <a:xfrm flipH="1">
            <a:off x="5147311" y="2773339"/>
            <a:ext cx="3662187" cy="706501"/>
          </a:xfrm>
          <a:custGeom>
            <a:avLst/>
            <a:gdLst>
              <a:gd name="T0" fmla="*/ 11 w 2107"/>
              <a:gd name="T1" fmla="*/ 299 h 375"/>
              <a:gd name="T2" fmla="*/ 73 w 2107"/>
              <a:gd name="T3" fmla="*/ 361 h 375"/>
              <a:gd name="T4" fmla="*/ 78 w 2107"/>
              <a:gd name="T5" fmla="*/ 365 h 375"/>
              <a:gd name="T6" fmla="*/ 82 w 2107"/>
              <a:gd name="T7" fmla="*/ 369 h 375"/>
              <a:gd name="T8" fmla="*/ 87 w 2107"/>
              <a:gd name="T9" fmla="*/ 371 h 375"/>
              <a:gd name="T10" fmla="*/ 93 w 2107"/>
              <a:gd name="T11" fmla="*/ 374 h 375"/>
              <a:gd name="T12" fmla="*/ 99 w 2107"/>
              <a:gd name="T13" fmla="*/ 375 h 375"/>
              <a:gd name="T14" fmla="*/ 106 w 2107"/>
              <a:gd name="T15" fmla="*/ 375 h 375"/>
              <a:gd name="T16" fmla="*/ 2107 w 2107"/>
              <a:gd name="T17" fmla="*/ 375 h 375"/>
              <a:gd name="T18" fmla="*/ 2107 w 2107"/>
              <a:gd name="T19" fmla="*/ 0 h 375"/>
              <a:gd name="T20" fmla="*/ 104 w 2107"/>
              <a:gd name="T21" fmla="*/ 0 h 375"/>
              <a:gd name="T22" fmla="*/ 97 w 2107"/>
              <a:gd name="T23" fmla="*/ 0 h 375"/>
              <a:gd name="T24" fmla="*/ 92 w 2107"/>
              <a:gd name="T25" fmla="*/ 1 h 375"/>
              <a:gd name="T26" fmla="*/ 87 w 2107"/>
              <a:gd name="T27" fmla="*/ 2 h 375"/>
              <a:gd name="T28" fmla="*/ 82 w 2107"/>
              <a:gd name="T29" fmla="*/ 5 h 375"/>
              <a:gd name="T30" fmla="*/ 78 w 2107"/>
              <a:gd name="T31" fmla="*/ 8 h 375"/>
              <a:gd name="T32" fmla="*/ 73 w 2107"/>
              <a:gd name="T33" fmla="*/ 13 h 375"/>
              <a:gd name="T34" fmla="*/ 12 w 2107"/>
              <a:gd name="T35" fmla="*/ 74 h 375"/>
              <a:gd name="T36" fmla="*/ 8 w 2107"/>
              <a:gd name="T37" fmla="*/ 78 h 375"/>
              <a:gd name="T38" fmla="*/ 5 w 2107"/>
              <a:gd name="T39" fmla="*/ 82 h 375"/>
              <a:gd name="T40" fmla="*/ 3 w 2107"/>
              <a:gd name="T41" fmla="*/ 86 h 375"/>
              <a:gd name="T42" fmla="*/ 1 w 2107"/>
              <a:gd name="T43" fmla="*/ 91 h 375"/>
              <a:gd name="T44" fmla="*/ 1 w 2107"/>
              <a:gd name="T45" fmla="*/ 97 h 375"/>
              <a:gd name="T46" fmla="*/ 0 w 2107"/>
              <a:gd name="T47" fmla="*/ 103 h 375"/>
              <a:gd name="T48" fmla="*/ 0 w 2107"/>
              <a:gd name="T49" fmla="*/ 269 h 375"/>
              <a:gd name="T50" fmla="*/ 1 w 2107"/>
              <a:gd name="T51" fmla="*/ 275 h 375"/>
              <a:gd name="T52" fmla="*/ 2 w 2107"/>
              <a:gd name="T53" fmla="*/ 281 h 375"/>
              <a:gd name="T54" fmla="*/ 3 w 2107"/>
              <a:gd name="T55" fmla="*/ 286 h 375"/>
              <a:gd name="T56" fmla="*/ 5 w 2107"/>
              <a:gd name="T57" fmla="*/ 291 h 375"/>
              <a:gd name="T58" fmla="*/ 8 w 2107"/>
              <a:gd name="T59" fmla="*/ 295 h 375"/>
              <a:gd name="T60" fmla="*/ 10 w 2107"/>
              <a:gd name="T61" fmla="*/ 299 h 375"/>
              <a:gd name="T62" fmla="*/ 11 w 2107"/>
              <a:gd name="T63" fmla="*/ 299 h 3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107" h="375">
                <a:moveTo>
                  <a:pt x="11" y="299"/>
                </a:moveTo>
                <a:lnTo>
                  <a:pt x="73" y="361"/>
                </a:lnTo>
                <a:lnTo>
                  <a:pt x="78" y="365"/>
                </a:lnTo>
                <a:lnTo>
                  <a:pt x="82" y="369"/>
                </a:lnTo>
                <a:lnTo>
                  <a:pt x="87" y="371"/>
                </a:lnTo>
                <a:lnTo>
                  <a:pt x="93" y="374"/>
                </a:lnTo>
                <a:lnTo>
                  <a:pt x="99" y="375"/>
                </a:lnTo>
                <a:lnTo>
                  <a:pt x="106" y="375"/>
                </a:lnTo>
                <a:lnTo>
                  <a:pt x="2107" y="375"/>
                </a:lnTo>
                <a:lnTo>
                  <a:pt x="2107" y="0"/>
                </a:lnTo>
                <a:lnTo>
                  <a:pt x="104" y="0"/>
                </a:lnTo>
                <a:lnTo>
                  <a:pt x="97" y="0"/>
                </a:lnTo>
                <a:lnTo>
                  <a:pt x="92" y="1"/>
                </a:lnTo>
                <a:lnTo>
                  <a:pt x="87" y="2"/>
                </a:lnTo>
                <a:lnTo>
                  <a:pt x="82" y="5"/>
                </a:lnTo>
                <a:lnTo>
                  <a:pt x="78" y="8"/>
                </a:lnTo>
                <a:lnTo>
                  <a:pt x="73" y="13"/>
                </a:lnTo>
                <a:lnTo>
                  <a:pt x="12" y="74"/>
                </a:lnTo>
                <a:lnTo>
                  <a:pt x="8" y="78"/>
                </a:lnTo>
                <a:lnTo>
                  <a:pt x="5" y="82"/>
                </a:lnTo>
                <a:lnTo>
                  <a:pt x="3" y="86"/>
                </a:lnTo>
                <a:lnTo>
                  <a:pt x="1" y="91"/>
                </a:lnTo>
                <a:lnTo>
                  <a:pt x="1" y="97"/>
                </a:lnTo>
                <a:lnTo>
                  <a:pt x="0" y="103"/>
                </a:lnTo>
                <a:lnTo>
                  <a:pt x="0" y="269"/>
                </a:lnTo>
                <a:lnTo>
                  <a:pt x="1" y="275"/>
                </a:lnTo>
                <a:lnTo>
                  <a:pt x="2" y="281"/>
                </a:lnTo>
                <a:lnTo>
                  <a:pt x="3" y="286"/>
                </a:lnTo>
                <a:lnTo>
                  <a:pt x="5" y="291"/>
                </a:lnTo>
                <a:lnTo>
                  <a:pt x="8" y="295"/>
                </a:lnTo>
                <a:lnTo>
                  <a:pt x="10" y="299"/>
                </a:lnTo>
                <a:lnTo>
                  <a:pt x="11" y="299"/>
                </a:lnTo>
                <a:close/>
              </a:path>
            </a:pathLst>
          </a:custGeom>
          <a:solidFill>
            <a:srgbClr val="09358D"/>
          </a:solidFill>
          <a:ln>
            <a:gradFill>
              <a:gsLst>
                <a:gs pos="0">
                  <a:schemeClr val="bg1">
                    <a:lumMod val="65000"/>
                    <a:alpha val="52000"/>
                  </a:schemeClr>
                </a:gs>
                <a:gs pos="100000">
                  <a:schemeClr val="bg1">
                    <a:lumMod val="75000"/>
                    <a:alpha val="66000"/>
                  </a:schemeClr>
                </a:gs>
              </a:gsLst>
              <a:lin ang="600000" scaled="0"/>
            </a:gra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58" name="Freeform 46"/>
          <p:cNvSpPr>
            <a:spLocks/>
          </p:cNvSpPr>
          <p:nvPr/>
        </p:nvSpPr>
        <p:spPr bwMode="auto">
          <a:xfrm flipH="1">
            <a:off x="5147311" y="3836607"/>
            <a:ext cx="3662187" cy="706501"/>
          </a:xfrm>
          <a:custGeom>
            <a:avLst/>
            <a:gdLst>
              <a:gd name="T0" fmla="*/ 11 w 2107"/>
              <a:gd name="T1" fmla="*/ 299 h 375"/>
              <a:gd name="T2" fmla="*/ 73 w 2107"/>
              <a:gd name="T3" fmla="*/ 361 h 375"/>
              <a:gd name="T4" fmla="*/ 78 w 2107"/>
              <a:gd name="T5" fmla="*/ 365 h 375"/>
              <a:gd name="T6" fmla="*/ 82 w 2107"/>
              <a:gd name="T7" fmla="*/ 369 h 375"/>
              <a:gd name="T8" fmla="*/ 87 w 2107"/>
              <a:gd name="T9" fmla="*/ 371 h 375"/>
              <a:gd name="T10" fmla="*/ 93 w 2107"/>
              <a:gd name="T11" fmla="*/ 374 h 375"/>
              <a:gd name="T12" fmla="*/ 99 w 2107"/>
              <a:gd name="T13" fmla="*/ 375 h 375"/>
              <a:gd name="T14" fmla="*/ 106 w 2107"/>
              <a:gd name="T15" fmla="*/ 375 h 375"/>
              <a:gd name="T16" fmla="*/ 2107 w 2107"/>
              <a:gd name="T17" fmla="*/ 375 h 375"/>
              <a:gd name="T18" fmla="*/ 2107 w 2107"/>
              <a:gd name="T19" fmla="*/ 0 h 375"/>
              <a:gd name="T20" fmla="*/ 104 w 2107"/>
              <a:gd name="T21" fmla="*/ 0 h 375"/>
              <a:gd name="T22" fmla="*/ 97 w 2107"/>
              <a:gd name="T23" fmla="*/ 0 h 375"/>
              <a:gd name="T24" fmla="*/ 92 w 2107"/>
              <a:gd name="T25" fmla="*/ 1 h 375"/>
              <a:gd name="T26" fmla="*/ 87 w 2107"/>
              <a:gd name="T27" fmla="*/ 2 h 375"/>
              <a:gd name="T28" fmla="*/ 82 w 2107"/>
              <a:gd name="T29" fmla="*/ 5 h 375"/>
              <a:gd name="T30" fmla="*/ 78 w 2107"/>
              <a:gd name="T31" fmla="*/ 8 h 375"/>
              <a:gd name="T32" fmla="*/ 73 w 2107"/>
              <a:gd name="T33" fmla="*/ 13 h 375"/>
              <a:gd name="T34" fmla="*/ 12 w 2107"/>
              <a:gd name="T35" fmla="*/ 74 h 375"/>
              <a:gd name="T36" fmla="*/ 8 w 2107"/>
              <a:gd name="T37" fmla="*/ 78 h 375"/>
              <a:gd name="T38" fmla="*/ 5 w 2107"/>
              <a:gd name="T39" fmla="*/ 82 h 375"/>
              <a:gd name="T40" fmla="*/ 3 w 2107"/>
              <a:gd name="T41" fmla="*/ 86 h 375"/>
              <a:gd name="T42" fmla="*/ 1 w 2107"/>
              <a:gd name="T43" fmla="*/ 91 h 375"/>
              <a:gd name="T44" fmla="*/ 1 w 2107"/>
              <a:gd name="T45" fmla="*/ 97 h 375"/>
              <a:gd name="T46" fmla="*/ 0 w 2107"/>
              <a:gd name="T47" fmla="*/ 103 h 375"/>
              <a:gd name="T48" fmla="*/ 0 w 2107"/>
              <a:gd name="T49" fmla="*/ 269 h 375"/>
              <a:gd name="T50" fmla="*/ 1 w 2107"/>
              <a:gd name="T51" fmla="*/ 275 h 375"/>
              <a:gd name="T52" fmla="*/ 2 w 2107"/>
              <a:gd name="T53" fmla="*/ 281 h 375"/>
              <a:gd name="T54" fmla="*/ 3 w 2107"/>
              <a:gd name="T55" fmla="*/ 286 h 375"/>
              <a:gd name="T56" fmla="*/ 5 w 2107"/>
              <a:gd name="T57" fmla="*/ 291 h 375"/>
              <a:gd name="T58" fmla="*/ 8 w 2107"/>
              <a:gd name="T59" fmla="*/ 295 h 375"/>
              <a:gd name="T60" fmla="*/ 10 w 2107"/>
              <a:gd name="T61" fmla="*/ 299 h 375"/>
              <a:gd name="T62" fmla="*/ 11 w 2107"/>
              <a:gd name="T63" fmla="*/ 299 h 3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107" h="375">
                <a:moveTo>
                  <a:pt x="11" y="299"/>
                </a:moveTo>
                <a:lnTo>
                  <a:pt x="73" y="361"/>
                </a:lnTo>
                <a:lnTo>
                  <a:pt x="78" y="365"/>
                </a:lnTo>
                <a:lnTo>
                  <a:pt x="82" y="369"/>
                </a:lnTo>
                <a:lnTo>
                  <a:pt x="87" y="371"/>
                </a:lnTo>
                <a:lnTo>
                  <a:pt x="93" y="374"/>
                </a:lnTo>
                <a:lnTo>
                  <a:pt x="99" y="375"/>
                </a:lnTo>
                <a:lnTo>
                  <a:pt x="106" y="375"/>
                </a:lnTo>
                <a:lnTo>
                  <a:pt x="2107" y="375"/>
                </a:lnTo>
                <a:lnTo>
                  <a:pt x="2107" y="0"/>
                </a:lnTo>
                <a:lnTo>
                  <a:pt x="104" y="0"/>
                </a:lnTo>
                <a:lnTo>
                  <a:pt x="97" y="0"/>
                </a:lnTo>
                <a:lnTo>
                  <a:pt x="92" y="1"/>
                </a:lnTo>
                <a:lnTo>
                  <a:pt x="87" y="2"/>
                </a:lnTo>
                <a:lnTo>
                  <a:pt x="82" y="5"/>
                </a:lnTo>
                <a:lnTo>
                  <a:pt x="78" y="8"/>
                </a:lnTo>
                <a:lnTo>
                  <a:pt x="73" y="13"/>
                </a:lnTo>
                <a:lnTo>
                  <a:pt x="12" y="74"/>
                </a:lnTo>
                <a:lnTo>
                  <a:pt x="8" y="78"/>
                </a:lnTo>
                <a:lnTo>
                  <a:pt x="5" y="82"/>
                </a:lnTo>
                <a:lnTo>
                  <a:pt x="3" y="86"/>
                </a:lnTo>
                <a:lnTo>
                  <a:pt x="1" y="91"/>
                </a:lnTo>
                <a:lnTo>
                  <a:pt x="1" y="97"/>
                </a:lnTo>
                <a:lnTo>
                  <a:pt x="0" y="103"/>
                </a:lnTo>
                <a:lnTo>
                  <a:pt x="0" y="269"/>
                </a:lnTo>
                <a:lnTo>
                  <a:pt x="1" y="275"/>
                </a:lnTo>
                <a:lnTo>
                  <a:pt x="2" y="281"/>
                </a:lnTo>
                <a:lnTo>
                  <a:pt x="3" y="286"/>
                </a:lnTo>
                <a:lnTo>
                  <a:pt x="5" y="291"/>
                </a:lnTo>
                <a:lnTo>
                  <a:pt x="8" y="295"/>
                </a:lnTo>
                <a:lnTo>
                  <a:pt x="10" y="299"/>
                </a:lnTo>
                <a:lnTo>
                  <a:pt x="11" y="299"/>
                </a:lnTo>
                <a:close/>
              </a:path>
            </a:pathLst>
          </a:custGeom>
          <a:solidFill>
            <a:srgbClr val="0D66BA"/>
          </a:solidFill>
          <a:ln>
            <a:gradFill>
              <a:gsLst>
                <a:gs pos="0">
                  <a:schemeClr val="bg1">
                    <a:lumMod val="65000"/>
                    <a:alpha val="52000"/>
                  </a:schemeClr>
                </a:gs>
                <a:gs pos="100000">
                  <a:schemeClr val="bg1">
                    <a:lumMod val="75000"/>
                    <a:alpha val="66000"/>
                  </a:schemeClr>
                </a:gs>
              </a:gsLst>
              <a:lin ang="600000" scaled="0"/>
            </a:gra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59" name="Freeform 46"/>
          <p:cNvSpPr>
            <a:spLocks/>
          </p:cNvSpPr>
          <p:nvPr/>
        </p:nvSpPr>
        <p:spPr bwMode="auto">
          <a:xfrm flipH="1">
            <a:off x="5147311" y="4950115"/>
            <a:ext cx="3662187" cy="706501"/>
          </a:xfrm>
          <a:custGeom>
            <a:avLst/>
            <a:gdLst>
              <a:gd name="T0" fmla="*/ 11 w 2107"/>
              <a:gd name="T1" fmla="*/ 299 h 375"/>
              <a:gd name="T2" fmla="*/ 73 w 2107"/>
              <a:gd name="T3" fmla="*/ 361 h 375"/>
              <a:gd name="T4" fmla="*/ 78 w 2107"/>
              <a:gd name="T5" fmla="*/ 365 h 375"/>
              <a:gd name="T6" fmla="*/ 82 w 2107"/>
              <a:gd name="T7" fmla="*/ 369 h 375"/>
              <a:gd name="T8" fmla="*/ 87 w 2107"/>
              <a:gd name="T9" fmla="*/ 371 h 375"/>
              <a:gd name="T10" fmla="*/ 93 w 2107"/>
              <a:gd name="T11" fmla="*/ 374 h 375"/>
              <a:gd name="T12" fmla="*/ 99 w 2107"/>
              <a:gd name="T13" fmla="*/ 375 h 375"/>
              <a:gd name="T14" fmla="*/ 106 w 2107"/>
              <a:gd name="T15" fmla="*/ 375 h 375"/>
              <a:gd name="T16" fmla="*/ 2107 w 2107"/>
              <a:gd name="T17" fmla="*/ 375 h 375"/>
              <a:gd name="T18" fmla="*/ 2107 w 2107"/>
              <a:gd name="T19" fmla="*/ 0 h 375"/>
              <a:gd name="T20" fmla="*/ 104 w 2107"/>
              <a:gd name="T21" fmla="*/ 0 h 375"/>
              <a:gd name="T22" fmla="*/ 97 w 2107"/>
              <a:gd name="T23" fmla="*/ 0 h 375"/>
              <a:gd name="T24" fmla="*/ 92 w 2107"/>
              <a:gd name="T25" fmla="*/ 1 h 375"/>
              <a:gd name="T26" fmla="*/ 87 w 2107"/>
              <a:gd name="T27" fmla="*/ 2 h 375"/>
              <a:gd name="T28" fmla="*/ 82 w 2107"/>
              <a:gd name="T29" fmla="*/ 5 h 375"/>
              <a:gd name="T30" fmla="*/ 78 w 2107"/>
              <a:gd name="T31" fmla="*/ 8 h 375"/>
              <a:gd name="T32" fmla="*/ 73 w 2107"/>
              <a:gd name="T33" fmla="*/ 13 h 375"/>
              <a:gd name="T34" fmla="*/ 12 w 2107"/>
              <a:gd name="T35" fmla="*/ 74 h 375"/>
              <a:gd name="T36" fmla="*/ 8 w 2107"/>
              <a:gd name="T37" fmla="*/ 78 h 375"/>
              <a:gd name="T38" fmla="*/ 5 w 2107"/>
              <a:gd name="T39" fmla="*/ 82 h 375"/>
              <a:gd name="T40" fmla="*/ 3 w 2107"/>
              <a:gd name="T41" fmla="*/ 86 h 375"/>
              <a:gd name="T42" fmla="*/ 1 w 2107"/>
              <a:gd name="T43" fmla="*/ 91 h 375"/>
              <a:gd name="T44" fmla="*/ 1 w 2107"/>
              <a:gd name="T45" fmla="*/ 97 h 375"/>
              <a:gd name="T46" fmla="*/ 0 w 2107"/>
              <a:gd name="T47" fmla="*/ 103 h 375"/>
              <a:gd name="T48" fmla="*/ 0 w 2107"/>
              <a:gd name="T49" fmla="*/ 269 h 375"/>
              <a:gd name="T50" fmla="*/ 1 w 2107"/>
              <a:gd name="T51" fmla="*/ 275 h 375"/>
              <a:gd name="T52" fmla="*/ 2 w 2107"/>
              <a:gd name="T53" fmla="*/ 281 h 375"/>
              <a:gd name="T54" fmla="*/ 3 w 2107"/>
              <a:gd name="T55" fmla="*/ 286 h 375"/>
              <a:gd name="T56" fmla="*/ 5 w 2107"/>
              <a:gd name="T57" fmla="*/ 291 h 375"/>
              <a:gd name="T58" fmla="*/ 8 w 2107"/>
              <a:gd name="T59" fmla="*/ 295 h 375"/>
              <a:gd name="T60" fmla="*/ 10 w 2107"/>
              <a:gd name="T61" fmla="*/ 299 h 375"/>
              <a:gd name="T62" fmla="*/ 11 w 2107"/>
              <a:gd name="T63" fmla="*/ 299 h 3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107" h="375">
                <a:moveTo>
                  <a:pt x="11" y="299"/>
                </a:moveTo>
                <a:lnTo>
                  <a:pt x="73" y="361"/>
                </a:lnTo>
                <a:lnTo>
                  <a:pt x="78" y="365"/>
                </a:lnTo>
                <a:lnTo>
                  <a:pt x="82" y="369"/>
                </a:lnTo>
                <a:lnTo>
                  <a:pt x="87" y="371"/>
                </a:lnTo>
                <a:lnTo>
                  <a:pt x="93" y="374"/>
                </a:lnTo>
                <a:lnTo>
                  <a:pt x="99" y="375"/>
                </a:lnTo>
                <a:lnTo>
                  <a:pt x="106" y="375"/>
                </a:lnTo>
                <a:lnTo>
                  <a:pt x="2107" y="375"/>
                </a:lnTo>
                <a:lnTo>
                  <a:pt x="2107" y="0"/>
                </a:lnTo>
                <a:lnTo>
                  <a:pt x="104" y="0"/>
                </a:lnTo>
                <a:lnTo>
                  <a:pt x="97" y="0"/>
                </a:lnTo>
                <a:lnTo>
                  <a:pt x="92" y="1"/>
                </a:lnTo>
                <a:lnTo>
                  <a:pt x="87" y="2"/>
                </a:lnTo>
                <a:lnTo>
                  <a:pt x="82" y="5"/>
                </a:lnTo>
                <a:lnTo>
                  <a:pt x="78" y="8"/>
                </a:lnTo>
                <a:lnTo>
                  <a:pt x="73" y="13"/>
                </a:lnTo>
                <a:lnTo>
                  <a:pt x="12" y="74"/>
                </a:lnTo>
                <a:lnTo>
                  <a:pt x="8" y="78"/>
                </a:lnTo>
                <a:lnTo>
                  <a:pt x="5" y="82"/>
                </a:lnTo>
                <a:lnTo>
                  <a:pt x="3" y="86"/>
                </a:lnTo>
                <a:lnTo>
                  <a:pt x="1" y="91"/>
                </a:lnTo>
                <a:lnTo>
                  <a:pt x="1" y="97"/>
                </a:lnTo>
                <a:lnTo>
                  <a:pt x="0" y="103"/>
                </a:lnTo>
                <a:lnTo>
                  <a:pt x="0" y="269"/>
                </a:lnTo>
                <a:lnTo>
                  <a:pt x="1" y="275"/>
                </a:lnTo>
                <a:lnTo>
                  <a:pt x="2" y="281"/>
                </a:lnTo>
                <a:lnTo>
                  <a:pt x="3" y="286"/>
                </a:lnTo>
                <a:lnTo>
                  <a:pt x="5" y="291"/>
                </a:lnTo>
                <a:lnTo>
                  <a:pt x="8" y="295"/>
                </a:lnTo>
                <a:lnTo>
                  <a:pt x="10" y="299"/>
                </a:lnTo>
                <a:lnTo>
                  <a:pt x="11" y="299"/>
                </a:lnTo>
                <a:close/>
              </a:path>
            </a:pathLst>
          </a:custGeom>
          <a:solidFill>
            <a:srgbClr val="4BAEFF"/>
          </a:solidFill>
          <a:ln>
            <a:gradFill>
              <a:gsLst>
                <a:gs pos="0">
                  <a:schemeClr val="bg1">
                    <a:lumMod val="65000"/>
                    <a:alpha val="52000"/>
                  </a:schemeClr>
                </a:gs>
                <a:gs pos="100000">
                  <a:schemeClr val="bg1">
                    <a:lumMod val="75000"/>
                    <a:alpha val="66000"/>
                  </a:schemeClr>
                </a:gs>
              </a:gsLst>
              <a:lin ang="600000" scaled="0"/>
            </a:gra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60" name="Freeform 46"/>
          <p:cNvSpPr>
            <a:spLocks/>
          </p:cNvSpPr>
          <p:nvPr/>
        </p:nvSpPr>
        <p:spPr bwMode="auto">
          <a:xfrm>
            <a:off x="1162123" y="2493162"/>
            <a:ext cx="3623602" cy="706501"/>
          </a:xfrm>
          <a:custGeom>
            <a:avLst/>
            <a:gdLst>
              <a:gd name="T0" fmla="*/ 11 w 2107"/>
              <a:gd name="T1" fmla="*/ 299 h 375"/>
              <a:gd name="T2" fmla="*/ 73 w 2107"/>
              <a:gd name="T3" fmla="*/ 361 h 375"/>
              <a:gd name="T4" fmla="*/ 78 w 2107"/>
              <a:gd name="T5" fmla="*/ 365 h 375"/>
              <a:gd name="T6" fmla="*/ 82 w 2107"/>
              <a:gd name="T7" fmla="*/ 369 h 375"/>
              <a:gd name="T8" fmla="*/ 87 w 2107"/>
              <a:gd name="T9" fmla="*/ 371 h 375"/>
              <a:gd name="T10" fmla="*/ 93 w 2107"/>
              <a:gd name="T11" fmla="*/ 374 h 375"/>
              <a:gd name="T12" fmla="*/ 99 w 2107"/>
              <a:gd name="T13" fmla="*/ 375 h 375"/>
              <a:gd name="T14" fmla="*/ 106 w 2107"/>
              <a:gd name="T15" fmla="*/ 375 h 375"/>
              <a:gd name="T16" fmla="*/ 2107 w 2107"/>
              <a:gd name="T17" fmla="*/ 375 h 375"/>
              <a:gd name="T18" fmla="*/ 2107 w 2107"/>
              <a:gd name="T19" fmla="*/ 0 h 375"/>
              <a:gd name="T20" fmla="*/ 104 w 2107"/>
              <a:gd name="T21" fmla="*/ 0 h 375"/>
              <a:gd name="T22" fmla="*/ 97 w 2107"/>
              <a:gd name="T23" fmla="*/ 0 h 375"/>
              <a:gd name="T24" fmla="*/ 92 w 2107"/>
              <a:gd name="T25" fmla="*/ 1 h 375"/>
              <a:gd name="T26" fmla="*/ 87 w 2107"/>
              <a:gd name="T27" fmla="*/ 2 h 375"/>
              <a:gd name="T28" fmla="*/ 82 w 2107"/>
              <a:gd name="T29" fmla="*/ 5 h 375"/>
              <a:gd name="T30" fmla="*/ 78 w 2107"/>
              <a:gd name="T31" fmla="*/ 8 h 375"/>
              <a:gd name="T32" fmla="*/ 73 w 2107"/>
              <a:gd name="T33" fmla="*/ 13 h 375"/>
              <a:gd name="T34" fmla="*/ 12 w 2107"/>
              <a:gd name="T35" fmla="*/ 74 h 375"/>
              <a:gd name="T36" fmla="*/ 8 w 2107"/>
              <a:gd name="T37" fmla="*/ 78 h 375"/>
              <a:gd name="T38" fmla="*/ 5 w 2107"/>
              <a:gd name="T39" fmla="*/ 82 h 375"/>
              <a:gd name="T40" fmla="*/ 3 w 2107"/>
              <a:gd name="T41" fmla="*/ 86 h 375"/>
              <a:gd name="T42" fmla="*/ 1 w 2107"/>
              <a:gd name="T43" fmla="*/ 91 h 375"/>
              <a:gd name="T44" fmla="*/ 1 w 2107"/>
              <a:gd name="T45" fmla="*/ 97 h 375"/>
              <a:gd name="T46" fmla="*/ 0 w 2107"/>
              <a:gd name="T47" fmla="*/ 103 h 375"/>
              <a:gd name="T48" fmla="*/ 0 w 2107"/>
              <a:gd name="T49" fmla="*/ 269 h 375"/>
              <a:gd name="T50" fmla="*/ 1 w 2107"/>
              <a:gd name="T51" fmla="*/ 275 h 375"/>
              <a:gd name="T52" fmla="*/ 2 w 2107"/>
              <a:gd name="T53" fmla="*/ 281 h 375"/>
              <a:gd name="T54" fmla="*/ 3 w 2107"/>
              <a:gd name="T55" fmla="*/ 286 h 375"/>
              <a:gd name="T56" fmla="*/ 5 w 2107"/>
              <a:gd name="T57" fmla="*/ 291 h 375"/>
              <a:gd name="T58" fmla="*/ 8 w 2107"/>
              <a:gd name="T59" fmla="*/ 295 h 375"/>
              <a:gd name="T60" fmla="*/ 10 w 2107"/>
              <a:gd name="T61" fmla="*/ 299 h 375"/>
              <a:gd name="T62" fmla="*/ 11 w 2107"/>
              <a:gd name="T63" fmla="*/ 299 h 3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107" h="375">
                <a:moveTo>
                  <a:pt x="11" y="299"/>
                </a:moveTo>
                <a:lnTo>
                  <a:pt x="73" y="361"/>
                </a:lnTo>
                <a:lnTo>
                  <a:pt x="78" y="365"/>
                </a:lnTo>
                <a:lnTo>
                  <a:pt x="82" y="369"/>
                </a:lnTo>
                <a:lnTo>
                  <a:pt x="87" y="371"/>
                </a:lnTo>
                <a:lnTo>
                  <a:pt x="93" y="374"/>
                </a:lnTo>
                <a:lnTo>
                  <a:pt x="99" y="375"/>
                </a:lnTo>
                <a:lnTo>
                  <a:pt x="106" y="375"/>
                </a:lnTo>
                <a:lnTo>
                  <a:pt x="2107" y="375"/>
                </a:lnTo>
                <a:lnTo>
                  <a:pt x="2107" y="0"/>
                </a:lnTo>
                <a:lnTo>
                  <a:pt x="104" y="0"/>
                </a:lnTo>
                <a:lnTo>
                  <a:pt x="97" y="0"/>
                </a:lnTo>
                <a:lnTo>
                  <a:pt x="92" y="1"/>
                </a:lnTo>
                <a:lnTo>
                  <a:pt x="87" y="2"/>
                </a:lnTo>
                <a:lnTo>
                  <a:pt x="82" y="5"/>
                </a:lnTo>
                <a:lnTo>
                  <a:pt x="78" y="8"/>
                </a:lnTo>
                <a:lnTo>
                  <a:pt x="73" y="13"/>
                </a:lnTo>
                <a:lnTo>
                  <a:pt x="12" y="74"/>
                </a:lnTo>
                <a:lnTo>
                  <a:pt x="8" y="78"/>
                </a:lnTo>
                <a:lnTo>
                  <a:pt x="5" y="82"/>
                </a:lnTo>
                <a:lnTo>
                  <a:pt x="3" y="86"/>
                </a:lnTo>
                <a:lnTo>
                  <a:pt x="1" y="91"/>
                </a:lnTo>
                <a:lnTo>
                  <a:pt x="1" y="97"/>
                </a:lnTo>
                <a:lnTo>
                  <a:pt x="0" y="103"/>
                </a:lnTo>
                <a:lnTo>
                  <a:pt x="0" y="269"/>
                </a:lnTo>
                <a:lnTo>
                  <a:pt x="1" y="275"/>
                </a:lnTo>
                <a:lnTo>
                  <a:pt x="2" y="281"/>
                </a:lnTo>
                <a:lnTo>
                  <a:pt x="3" y="286"/>
                </a:lnTo>
                <a:lnTo>
                  <a:pt x="5" y="291"/>
                </a:lnTo>
                <a:lnTo>
                  <a:pt x="8" y="295"/>
                </a:lnTo>
                <a:lnTo>
                  <a:pt x="10" y="299"/>
                </a:lnTo>
                <a:lnTo>
                  <a:pt x="11" y="299"/>
                </a:lnTo>
                <a:close/>
              </a:path>
            </a:pathLst>
          </a:custGeom>
          <a:solidFill>
            <a:srgbClr val="09358D"/>
          </a:solidFill>
          <a:ln>
            <a:gradFill>
              <a:gsLst>
                <a:gs pos="0">
                  <a:schemeClr val="bg1">
                    <a:lumMod val="65000"/>
                    <a:alpha val="52000"/>
                  </a:schemeClr>
                </a:gs>
                <a:gs pos="100000">
                  <a:schemeClr val="bg1">
                    <a:lumMod val="75000"/>
                    <a:alpha val="66000"/>
                  </a:schemeClr>
                </a:gs>
              </a:gsLst>
              <a:lin ang="600000" scaled="0"/>
            </a:gra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61" name="Freeform 46"/>
          <p:cNvSpPr>
            <a:spLocks/>
          </p:cNvSpPr>
          <p:nvPr/>
        </p:nvSpPr>
        <p:spPr bwMode="auto">
          <a:xfrm>
            <a:off x="1162123" y="3566500"/>
            <a:ext cx="3623602" cy="706501"/>
          </a:xfrm>
          <a:custGeom>
            <a:avLst/>
            <a:gdLst>
              <a:gd name="T0" fmla="*/ 11 w 2107"/>
              <a:gd name="T1" fmla="*/ 299 h 375"/>
              <a:gd name="T2" fmla="*/ 73 w 2107"/>
              <a:gd name="T3" fmla="*/ 361 h 375"/>
              <a:gd name="T4" fmla="*/ 78 w 2107"/>
              <a:gd name="T5" fmla="*/ 365 h 375"/>
              <a:gd name="T6" fmla="*/ 82 w 2107"/>
              <a:gd name="T7" fmla="*/ 369 h 375"/>
              <a:gd name="T8" fmla="*/ 87 w 2107"/>
              <a:gd name="T9" fmla="*/ 371 h 375"/>
              <a:gd name="T10" fmla="*/ 93 w 2107"/>
              <a:gd name="T11" fmla="*/ 374 h 375"/>
              <a:gd name="T12" fmla="*/ 99 w 2107"/>
              <a:gd name="T13" fmla="*/ 375 h 375"/>
              <a:gd name="T14" fmla="*/ 106 w 2107"/>
              <a:gd name="T15" fmla="*/ 375 h 375"/>
              <a:gd name="T16" fmla="*/ 2107 w 2107"/>
              <a:gd name="T17" fmla="*/ 375 h 375"/>
              <a:gd name="T18" fmla="*/ 2107 w 2107"/>
              <a:gd name="T19" fmla="*/ 0 h 375"/>
              <a:gd name="T20" fmla="*/ 104 w 2107"/>
              <a:gd name="T21" fmla="*/ 0 h 375"/>
              <a:gd name="T22" fmla="*/ 97 w 2107"/>
              <a:gd name="T23" fmla="*/ 0 h 375"/>
              <a:gd name="T24" fmla="*/ 92 w 2107"/>
              <a:gd name="T25" fmla="*/ 1 h 375"/>
              <a:gd name="T26" fmla="*/ 87 w 2107"/>
              <a:gd name="T27" fmla="*/ 2 h 375"/>
              <a:gd name="T28" fmla="*/ 82 w 2107"/>
              <a:gd name="T29" fmla="*/ 5 h 375"/>
              <a:gd name="T30" fmla="*/ 78 w 2107"/>
              <a:gd name="T31" fmla="*/ 8 h 375"/>
              <a:gd name="T32" fmla="*/ 73 w 2107"/>
              <a:gd name="T33" fmla="*/ 13 h 375"/>
              <a:gd name="T34" fmla="*/ 12 w 2107"/>
              <a:gd name="T35" fmla="*/ 74 h 375"/>
              <a:gd name="T36" fmla="*/ 8 w 2107"/>
              <a:gd name="T37" fmla="*/ 78 h 375"/>
              <a:gd name="T38" fmla="*/ 5 w 2107"/>
              <a:gd name="T39" fmla="*/ 82 h 375"/>
              <a:gd name="T40" fmla="*/ 3 w 2107"/>
              <a:gd name="T41" fmla="*/ 86 h 375"/>
              <a:gd name="T42" fmla="*/ 1 w 2107"/>
              <a:gd name="T43" fmla="*/ 91 h 375"/>
              <a:gd name="T44" fmla="*/ 1 w 2107"/>
              <a:gd name="T45" fmla="*/ 97 h 375"/>
              <a:gd name="T46" fmla="*/ 0 w 2107"/>
              <a:gd name="T47" fmla="*/ 103 h 375"/>
              <a:gd name="T48" fmla="*/ 0 w 2107"/>
              <a:gd name="T49" fmla="*/ 269 h 375"/>
              <a:gd name="T50" fmla="*/ 1 w 2107"/>
              <a:gd name="T51" fmla="*/ 275 h 375"/>
              <a:gd name="T52" fmla="*/ 2 w 2107"/>
              <a:gd name="T53" fmla="*/ 281 h 375"/>
              <a:gd name="T54" fmla="*/ 3 w 2107"/>
              <a:gd name="T55" fmla="*/ 286 h 375"/>
              <a:gd name="T56" fmla="*/ 5 w 2107"/>
              <a:gd name="T57" fmla="*/ 291 h 375"/>
              <a:gd name="T58" fmla="*/ 8 w 2107"/>
              <a:gd name="T59" fmla="*/ 295 h 375"/>
              <a:gd name="T60" fmla="*/ 10 w 2107"/>
              <a:gd name="T61" fmla="*/ 299 h 375"/>
              <a:gd name="T62" fmla="*/ 11 w 2107"/>
              <a:gd name="T63" fmla="*/ 299 h 3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107" h="375">
                <a:moveTo>
                  <a:pt x="11" y="299"/>
                </a:moveTo>
                <a:lnTo>
                  <a:pt x="73" y="361"/>
                </a:lnTo>
                <a:lnTo>
                  <a:pt x="78" y="365"/>
                </a:lnTo>
                <a:lnTo>
                  <a:pt x="82" y="369"/>
                </a:lnTo>
                <a:lnTo>
                  <a:pt x="87" y="371"/>
                </a:lnTo>
                <a:lnTo>
                  <a:pt x="93" y="374"/>
                </a:lnTo>
                <a:lnTo>
                  <a:pt x="99" y="375"/>
                </a:lnTo>
                <a:lnTo>
                  <a:pt x="106" y="375"/>
                </a:lnTo>
                <a:lnTo>
                  <a:pt x="2107" y="375"/>
                </a:lnTo>
                <a:lnTo>
                  <a:pt x="2107" y="0"/>
                </a:lnTo>
                <a:lnTo>
                  <a:pt x="104" y="0"/>
                </a:lnTo>
                <a:lnTo>
                  <a:pt x="97" y="0"/>
                </a:lnTo>
                <a:lnTo>
                  <a:pt x="92" y="1"/>
                </a:lnTo>
                <a:lnTo>
                  <a:pt x="87" y="2"/>
                </a:lnTo>
                <a:lnTo>
                  <a:pt x="82" y="5"/>
                </a:lnTo>
                <a:lnTo>
                  <a:pt x="78" y="8"/>
                </a:lnTo>
                <a:lnTo>
                  <a:pt x="73" y="13"/>
                </a:lnTo>
                <a:lnTo>
                  <a:pt x="12" y="74"/>
                </a:lnTo>
                <a:lnTo>
                  <a:pt x="8" y="78"/>
                </a:lnTo>
                <a:lnTo>
                  <a:pt x="5" y="82"/>
                </a:lnTo>
                <a:lnTo>
                  <a:pt x="3" y="86"/>
                </a:lnTo>
                <a:lnTo>
                  <a:pt x="1" y="91"/>
                </a:lnTo>
                <a:lnTo>
                  <a:pt x="1" y="97"/>
                </a:lnTo>
                <a:lnTo>
                  <a:pt x="0" y="103"/>
                </a:lnTo>
                <a:lnTo>
                  <a:pt x="0" y="269"/>
                </a:lnTo>
                <a:lnTo>
                  <a:pt x="1" y="275"/>
                </a:lnTo>
                <a:lnTo>
                  <a:pt x="2" y="281"/>
                </a:lnTo>
                <a:lnTo>
                  <a:pt x="3" y="286"/>
                </a:lnTo>
                <a:lnTo>
                  <a:pt x="5" y="291"/>
                </a:lnTo>
                <a:lnTo>
                  <a:pt x="8" y="295"/>
                </a:lnTo>
                <a:lnTo>
                  <a:pt x="10" y="299"/>
                </a:lnTo>
                <a:lnTo>
                  <a:pt x="11" y="299"/>
                </a:lnTo>
                <a:close/>
              </a:path>
            </a:pathLst>
          </a:custGeom>
          <a:solidFill>
            <a:srgbClr val="0D66BA"/>
          </a:solidFill>
          <a:ln>
            <a:gradFill>
              <a:gsLst>
                <a:gs pos="0">
                  <a:schemeClr val="bg1">
                    <a:lumMod val="65000"/>
                    <a:alpha val="52000"/>
                  </a:schemeClr>
                </a:gs>
                <a:gs pos="100000">
                  <a:schemeClr val="bg1">
                    <a:lumMod val="75000"/>
                    <a:alpha val="66000"/>
                  </a:schemeClr>
                </a:gs>
              </a:gsLst>
              <a:lin ang="600000" scaled="0"/>
            </a:gra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62" name="Freeform 46"/>
          <p:cNvSpPr>
            <a:spLocks/>
          </p:cNvSpPr>
          <p:nvPr/>
        </p:nvSpPr>
        <p:spPr bwMode="auto">
          <a:xfrm>
            <a:off x="1162123" y="4690080"/>
            <a:ext cx="3623602" cy="706501"/>
          </a:xfrm>
          <a:custGeom>
            <a:avLst/>
            <a:gdLst>
              <a:gd name="T0" fmla="*/ 11 w 2107"/>
              <a:gd name="T1" fmla="*/ 299 h 375"/>
              <a:gd name="T2" fmla="*/ 73 w 2107"/>
              <a:gd name="T3" fmla="*/ 361 h 375"/>
              <a:gd name="T4" fmla="*/ 78 w 2107"/>
              <a:gd name="T5" fmla="*/ 365 h 375"/>
              <a:gd name="T6" fmla="*/ 82 w 2107"/>
              <a:gd name="T7" fmla="*/ 369 h 375"/>
              <a:gd name="T8" fmla="*/ 87 w 2107"/>
              <a:gd name="T9" fmla="*/ 371 h 375"/>
              <a:gd name="T10" fmla="*/ 93 w 2107"/>
              <a:gd name="T11" fmla="*/ 374 h 375"/>
              <a:gd name="T12" fmla="*/ 99 w 2107"/>
              <a:gd name="T13" fmla="*/ 375 h 375"/>
              <a:gd name="T14" fmla="*/ 106 w 2107"/>
              <a:gd name="T15" fmla="*/ 375 h 375"/>
              <a:gd name="T16" fmla="*/ 2107 w 2107"/>
              <a:gd name="T17" fmla="*/ 375 h 375"/>
              <a:gd name="T18" fmla="*/ 2107 w 2107"/>
              <a:gd name="T19" fmla="*/ 0 h 375"/>
              <a:gd name="T20" fmla="*/ 104 w 2107"/>
              <a:gd name="T21" fmla="*/ 0 h 375"/>
              <a:gd name="T22" fmla="*/ 97 w 2107"/>
              <a:gd name="T23" fmla="*/ 0 h 375"/>
              <a:gd name="T24" fmla="*/ 92 w 2107"/>
              <a:gd name="T25" fmla="*/ 1 h 375"/>
              <a:gd name="T26" fmla="*/ 87 w 2107"/>
              <a:gd name="T27" fmla="*/ 2 h 375"/>
              <a:gd name="T28" fmla="*/ 82 w 2107"/>
              <a:gd name="T29" fmla="*/ 5 h 375"/>
              <a:gd name="T30" fmla="*/ 78 w 2107"/>
              <a:gd name="T31" fmla="*/ 8 h 375"/>
              <a:gd name="T32" fmla="*/ 73 w 2107"/>
              <a:gd name="T33" fmla="*/ 13 h 375"/>
              <a:gd name="T34" fmla="*/ 12 w 2107"/>
              <a:gd name="T35" fmla="*/ 74 h 375"/>
              <a:gd name="T36" fmla="*/ 8 w 2107"/>
              <a:gd name="T37" fmla="*/ 78 h 375"/>
              <a:gd name="T38" fmla="*/ 5 w 2107"/>
              <a:gd name="T39" fmla="*/ 82 h 375"/>
              <a:gd name="T40" fmla="*/ 3 w 2107"/>
              <a:gd name="T41" fmla="*/ 86 h 375"/>
              <a:gd name="T42" fmla="*/ 1 w 2107"/>
              <a:gd name="T43" fmla="*/ 91 h 375"/>
              <a:gd name="T44" fmla="*/ 1 w 2107"/>
              <a:gd name="T45" fmla="*/ 97 h 375"/>
              <a:gd name="T46" fmla="*/ 0 w 2107"/>
              <a:gd name="T47" fmla="*/ 103 h 375"/>
              <a:gd name="T48" fmla="*/ 0 w 2107"/>
              <a:gd name="T49" fmla="*/ 269 h 375"/>
              <a:gd name="T50" fmla="*/ 1 w 2107"/>
              <a:gd name="T51" fmla="*/ 275 h 375"/>
              <a:gd name="T52" fmla="*/ 2 w 2107"/>
              <a:gd name="T53" fmla="*/ 281 h 375"/>
              <a:gd name="T54" fmla="*/ 3 w 2107"/>
              <a:gd name="T55" fmla="*/ 286 h 375"/>
              <a:gd name="T56" fmla="*/ 5 w 2107"/>
              <a:gd name="T57" fmla="*/ 291 h 375"/>
              <a:gd name="T58" fmla="*/ 8 w 2107"/>
              <a:gd name="T59" fmla="*/ 295 h 375"/>
              <a:gd name="T60" fmla="*/ 10 w 2107"/>
              <a:gd name="T61" fmla="*/ 299 h 375"/>
              <a:gd name="T62" fmla="*/ 11 w 2107"/>
              <a:gd name="T63" fmla="*/ 299 h 3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107" h="375">
                <a:moveTo>
                  <a:pt x="11" y="299"/>
                </a:moveTo>
                <a:lnTo>
                  <a:pt x="73" y="361"/>
                </a:lnTo>
                <a:lnTo>
                  <a:pt x="78" y="365"/>
                </a:lnTo>
                <a:lnTo>
                  <a:pt x="82" y="369"/>
                </a:lnTo>
                <a:lnTo>
                  <a:pt x="87" y="371"/>
                </a:lnTo>
                <a:lnTo>
                  <a:pt x="93" y="374"/>
                </a:lnTo>
                <a:lnTo>
                  <a:pt x="99" y="375"/>
                </a:lnTo>
                <a:lnTo>
                  <a:pt x="106" y="375"/>
                </a:lnTo>
                <a:lnTo>
                  <a:pt x="2107" y="375"/>
                </a:lnTo>
                <a:lnTo>
                  <a:pt x="2107" y="0"/>
                </a:lnTo>
                <a:lnTo>
                  <a:pt x="104" y="0"/>
                </a:lnTo>
                <a:lnTo>
                  <a:pt x="97" y="0"/>
                </a:lnTo>
                <a:lnTo>
                  <a:pt x="92" y="1"/>
                </a:lnTo>
                <a:lnTo>
                  <a:pt x="87" y="2"/>
                </a:lnTo>
                <a:lnTo>
                  <a:pt x="82" y="5"/>
                </a:lnTo>
                <a:lnTo>
                  <a:pt x="78" y="8"/>
                </a:lnTo>
                <a:lnTo>
                  <a:pt x="73" y="13"/>
                </a:lnTo>
                <a:lnTo>
                  <a:pt x="12" y="74"/>
                </a:lnTo>
                <a:lnTo>
                  <a:pt x="8" y="78"/>
                </a:lnTo>
                <a:lnTo>
                  <a:pt x="5" y="82"/>
                </a:lnTo>
                <a:lnTo>
                  <a:pt x="3" y="86"/>
                </a:lnTo>
                <a:lnTo>
                  <a:pt x="1" y="91"/>
                </a:lnTo>
                <a:lnTo>
                  <a:pt x="1" y="97"/>
                </a:lnTo>
                <a:lnTo>
                  <a:pt x="0" y="103"/>
                </a:lnTo>
                <a:lnTo>
                  <a:pt x="0" y="269"/>
                </a:lnTo>
                <a:lnTo>
                  <a:pt x="1" y="275"/>
                </a:lnTo>
                <a:lnTo>
                  <a:pt x="2" y="281"/>
                </a:lnTo>
                <a:lnTo>
                  <a:pt x="3" y="286"/>
                </a:lnTo>
                <a:lnTo>
                  <a:pt x="5" y="291"/>
                </a:lnTo>
                <a:lnTo>
                  <a:pt x="8" y="295"/>
                </a:lnTo>
                <a:lnTo>
                  <a:pt x="10" y="299"/>
                </a:lnTo>
                <a:lnTo>
                  <a:pt x="11" y="299"/>
                </a:lnTo>
                <a:close/>
              </a:path>
            </a:pathLst>
          </a:custGeom>
          <a:solidFill>
            <a:srgbClr val="4BAEFF"/>
          </a:solidFill>
          <a:ln>
            <a:gradFill>
              <a:gsLst>
                <a:gs pos="0">
                  <a:schemeClr val="bg1">
                    <a:lumMod val="65000"/>
                    <a:alpha val="52000"/>
                  </a:schemeClr>
                </a:gs>
                <a:gs pos="100000">
                  <a:schemeClr val="bg1">
                    <a:lumMod val="75000"/>
                    <a:alpha val="66000"/>
                  </a:schemeClr>
                </a:gs>
              </a:gsLst>
              <a:lin ang="600000" scaled="0"/>
            </a:gra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63" name="Freeform 50"/>
          <p:cNvSpPr>
            <a:spLocks/>
          </p:cNvSpPr>
          <p:nvPr/>
        </p:nvSpPr>
        <p:spPr bwMode="auto">
          <a:xfrm>
            <a:off x="5159834" y="2735810"/>
            <a:ext cx="3623602" cy="706501"/>
          </a:xfrm>
          <a:custGeom>
            <a:avLst/>
            <a:gdLst>
              <a:gd name="T0" fmla="*/ 2095 w 2107"/>
              <a:gd name="T1" fmla="*/ 299 h 375"/>
              <a:gd name="T2" fmla="*/ 2034 w 2107"/>
              <a:gd name="T3" fmla="*/ 360 h 375"/>
              <a:gd name="T4" fmla="*/ 2029 w 2107"/>
              <a:gd name="T5" fmla="*/ 365 h 375"/>
              <a:gd name="T6" fmla="*/ 2025 w 2107"/>
              <a:gd name="T7" fmla="*/ 368 h 375"/>
              <a:gd name="T8" fmla="*/ 2020 w 2107"/>
              <a:gd name="T9" fmla="*/ 371 h 375"/>
              <a:gd name="T10" fmla="*/ 2014 w 2107"/>
              <a:gd name="T11" fmla="*/ 373 h 375"/>
              <a:gd name="T12" fmla="*/ 2008 w 2107"/>
              <a:gd name="T13" fmla="*/ 374 h 375"/>
              <a:gd name="T14" fmla="*/ 2002 w 2107"/>
              <a:gd name="T15" fmla="*/ 375 h 375"/>
              <a:gd name="T16" fmla="*/ 0 w 2107"/>
              <a:gd name="T17" fmla="*/ 375 h 375"/>
              <a:gd name="T18" fmla="*/ 0 w 2107"/>
              <a:gd name="T19" fmla="*/ 0 h 375"/>
              <a:gd name="T20" fmla="*/ 2004 w 2107"/>
              <a:gd name="T21" fmla="*/ 0 h 375"/>
              <a:gd name="T22" fmla="*/ 2010 w 2107"/>
              <a:gd name="T23" fmla="*/ 0 h 375"/>
              <a:gd name="T24" fmla="*/ 2015 w 2107"/>
              <a:gd name="T25" fmla="*/ 1 h 375"/>
              <a:gd name="T26" fmla="*/ 2020 w 2107"/>
              <a:gd name="T27" fmla="*/ 2 h 375"/>
              <a:gd name="T28" fmla="*/ 2025 w 2107"/>
              <a:gd name="T29" fmla="*/ 5 h 375"/>
              <a:gd name="T30" fmla="*/ 2029 w 2107"/>
              <a:gd name="T31" fmla="*/ 8 h 375"/>
              <a:gd name="T32" fmla="*/ 2033 w 2107"/>
              <a:gd name="T33" fmla="*/ 12 h 375"/>
              <a:gd name="T34" fmla="*/ 2094 w 2107"/>
              <a:gd name="T35" fmla="*/ 73 h 375"/>
              <a:gd name="T36" fmla="*/ 2099 w 2107"/>
              <a:gd name="T37" fmla="*/ 77 h 375"/>
              <a:gd name="T38" fmla="*/ 2102 w 2107"/>
              <a:gd name="T39" fmla="*/ 81 h 375"/>
              <a:gd name="T40" fmla="*/ 2104 w 2107"/>
              <a:gd name="T41" fmla="*/ 86 h 375"/>
              <a:gd name="T42" fmla="*/ 2105 w 2107"/>
              <a:gd name="T43" fmla="*/ 91 h 375"/>
              <a:gd name="T44" fmla="*/ 2106 w 2107"/>
              <a:gd name="T45" fmla="*/ 96 h 375"/>
              <a:gd name="T46" fmla="*/ 2107 w 2107"/>
              <a:gd name="T47" fmla="*/ 102 h 375"/>
              <a:gd name="T48" fmla="*/ 2107 w 2107"/>
              <a:gd name="T49" fmla="*/ 267 h 375"/>
              <a:gd name="T50" fmla="*/ 2106 w 2107"/>
              <a:gd name="T51" fmla="*/ 274 h 375"/>
              <a:gd name="T52" fmla="*/ 2105 w 2107"/>
              <a:gd name="T53" fmla="*/ 280 h 375"/>
              <a:gd name="T54" fmla="*/ 2104 w 2107"/>
              <a:gd name="T55" fmla="*/ 286 h 375"/>
              <a:gd name="T56" fmla="*/ 2102 w 2107"/>
              <a:gd name="T57" fmla="*/ 290 h 375"/>
              <a:gd name="T58" fmla="*/ 2099 w 2107"/>
              <a:gd name="T59" fmla="*/ 294 h 375"/>
              <a:gd name="T60" fmla="*/ 2096 w 2107"/>
              <a:gd name="T61" fmla="*/ 299 h 375"/>
              <a:gd name="T62" fmla="*/ 2095 w 2107"/>
              <a:gd name="T63" fmla="*/ 299 h 3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107" h="375">
                <a:moveTo>
                  <a:pt x="2095" y="299"/>
                </a:moveTo>
                <a:lnTo>
                  <a:pt x="2034" y="360"/>
                </a:lnTo>
                <a:lnTo>
                  <a:pt x="2029" y="365"/>
                </a:lnTo>
                <a:lnTo>
                  <a:pt x="2025" y="368"/>
                </a:lnTo>
                <a:lnTo>
                  <a:pt x="2020" y="371"/>
                </a:lnTo>
                <a:lnTo>
                  <a:pt x="2014" y="373"/>
                </a:lnTo>
                <a:lnTo>
                  <a:pt x="2008" y="374"/>
                </a:lnTo>
                <a:lnTo>
                  <a:pt x="2002" y="375"/>
                </a:lnTo>
                <a:lnTo>
                  <a:pt x="0" y="375"/>
                </a:lnTo>
                <a:lnTo>
                  <a:pt x="0" y="0"/>
                </a:lnTo>
                <a:lnTo>
                  <a:pt x="2004" y="0"/>
                </a:lnTo>
                <a:lnTo>
                  <a:pt x="2010" y="0"/>
                </a:lnTo>
                <a:lnTo>
                  <a:pt x="2015" y="1"/>
                </a:lnTo>
                <a:lnTo>
                  <a:pt x="2020" y="2"/>
                </a:lnTo>
                <a:lnTo>
                  <a:pt x="2025" y="5"/>
                </a:lnTo>
                <a:lnTo>
                  <a:pt x="2029" y="8"/>
                </a:lnTo>
                <a:lnTo>
                  <a:pt x="2033" y="12"/>
                </a:lnTo>
                <a:lnTo>
                  <a:pt x="2094" y="73"/>
                </a:lnTo>
                <a:lnTo>
                  <a:pt x="2099" y="77"/>
                </a:lnTo>
                <a:lnTo>
                  <a:pt x="2102" y="81"/>
                </a:lnTo>
                <a:lnTo>
                  <a:pt x="2104" y="86"/>
                </a:lnTo>
                <a:lnTo>
                  <a:pt x="2105" y="91"/>
                </a:lnTo>
                <a:lnTo>
                  <a:pt x="2106" y="96"/>
                </a:lnTo>
                <a:lnTo>
                  <a:pt x="2107" y="102"/>
                </a:lnTo>
                <a:lnTo>
                  <a:pt x="2107" y="267"/>
                </a:lnTo>
                <a:lnTo>
                  <a:pt x="2106" y="274"/>
                </a:lnTo>
                <a:lnTo>
                  <a:pt x="2105" y="280"/>
                </a:lnTo>
                <a:lnTo>
                  <a:pt x="2104" y="286"/>
                </a:lnTo>
                <a:lnTo>
                  <a:pt x="2102" y="290"/>
                </a:lnTo>
                <a:lnTo>
                  <a:pt x="2099" y="294"/>
                </a:lnTo>
                <a:lnTo>
                  <a:pt x="2096" y="299"/>
                </a:lnTo>
                <a:lnTo>
                  <a:pt x="2095" y="299"/>
                </a:lnTo>
                <a:close/>
              </a:path>
            </a:pathLst>
          </a:custGeom>
          <a:gradFill flip="none" rotWithShape="1">
            <a:gsLst>
              <a:gs pos="65000">
                <a:schemeClr val="bg1"/>
              </a:gs>
              <a:gs pos="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9000000" scaled="0"/>
            <a:tileRect/>
          </a:gradFill>
          <a:ln>
            <a:gradFill flip="none" rotWithShape="1">
              <a:gsLst>
                <a:gs pos="0">
                  <a:schemeClr val="bg1">
                    <a:lumMod val="65000"/>
                    <a:alpha val="52000"/>
                  </a:schemeClr>
                </a:gs>
                <a:gs pos="100000">
                  <a:schemeClr val="bg1">
                    <a:lumMod val="75000"/>
                    <a:alpha val="69000"/>
                  </a:schemeClr>
                </a:gs>
              </a:gsLst>
              <a:lin ang="10800000" scaled="1"/>
              <a:tileRect/>
            </a:gradFill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64" name="Freeform 51"/>
          <p:cNvSpPr>
            <a:spLocks/>
          </p:cNvSpPr>
          <p:nvPr/>
        </p:nvSpPr>
        <p:spPr bwMode="auto">
          <a:xfrm>
            <a:off x="5156394" y="3799343"/>
            <a:ext cx="3623602" cy="706501"/>
          </a:xfrm>
          <a:custGeom>
            <a:avLst/>
            <a:gdLst>
              <a:gd name="T0" fmla="*/ 2096 w 2107"/>
              <a:gd name="T1" fmla="*/ 299 h 375"/>
              <a:gd name="T2" fmla="*/ 2034 w 2107"/>
              <a:gd name="T3" fmla="*/ 360 h 375"/>
              <a:gd name="T4" fmla="*/ 2029 w 2107"/>
              <a:gd name="T5" fmla="*/ 365 h 375"/>
              <a:gd name="T6" fmla="*/ 2025 w 2107"/>
              <a:gd name="T7" fmla="*/ 368 h 375"/>
              <a:gd name="T8" fmla="*/ 2021 w 2107"/>
              <a:gd name="T9" fmla="*/ 371 h 375"/>
              <a:gd name="T10" fmla="*/ 2014 w 2107"/>
              <a:gd name="T11" fmla="*/ 374 h 375"/>
              <a:gd name="T12" fmla="*/ 2009 w 2107"/>
              <a:gd name="T13" fmla="*/ 375 h 375"/>
              <a:gd name="T14" fmla="*/ 2003 w 2107"/>
              <a:gd name="T15" fmla="*/ 375 h 375"/>
              <a:gd name="T16" fmla="*/ 0 w 2107"/>
              <a:gd name="T17" fmla="*/ 375 h 375"/>
              <a:gd name="T18" fmla="*/ 0 w 2107"/>
              <a:gd name="T19" fmla="*/ 0 h 375"/>
              <a:gd name="T20" fmla="*/ 2005 w 2107"/>
              <a:gd name="T21" fmla="*/ 0 h 375"/>
              <a:gd name="T22" fmla="*/ 2010 w 2107"/>
              <a:gd name="T23" fmla="*/ 0 h 375"/>
              <a:gd name="T24" fmla="*/ 2015 w 2107"/>
              <a:gd name="T25" fmla="*/ 1 h 375"/>
              <a:gd name="T26" fmla="*/ 2021 w 2107"/>
              <a:gd name="T27" fmla="*/ 2 h 375"/>
              <a:gd name="T28" fmla="*/ 2025 w 2107"/>
              <a:gd name="T29" fmla="*/ 5 h 375"/>
              <a:gd name="T30" fmla="*/ 2029 w 2107"/>
              <a:gd name="T31" fmla="*/ 7 h 375"/>
              <a:gd name="T32" fmla="*/ 2034 w 2107"/>
              <a:gd name="T33" fmla="*/ 12 h 375"/>
              <a:gd name="T34" fmla="*/ 2095 w 2107"/>
              <a:gd name="T35" fmla="*/ 73 h 375"/>
              <a:gd name="T36" fmla="*/ 2099 w 2107"/>
              <a:gd name="T37" fmla="*/ 77 h 375"/>
              <a:gd name="T38" fmla="*/ 2102 w 2107"/>
              <a:gd name="T39" fmla="*/ 81 h 375"/>
              <a:gd name="T40" fmla="*/ 2105 w 2107"/>
              <a:gd name="T41" fmla="*/ 86 h 375"/>
              <a:gd name="T42" fmla="*/ 2106 w 2107"/>
              <a:gd name="T43" fmla="*/ 90 h 375"/>
              <a:gd name="T44" fmla="*/ 2107 w 2107"/>
              <a:gd name="T45" fmla="*/ 95 h 375"/>
              <a:gd name="T46" fmla="*/ 2107 w 2107"/>
              <a:gd name="T47" fmla="*/ 101 h 375"/>
              <a:gd name="T48" fmla="*/ 2107 w 2107"/>
              <a:gd name="T49" fmla="*/ 267 h 375"/>
              <a:gd name="T50" fmla="*/ 2106 w 2107"/>
              <a:gd name="T51" fmla="*/ 274 h 375"/>
              <a:gd name="T52" fmla="*/ 2105 w 2107"/>
              <a:gd name="T53" fmla="*/ 280 h 375"/>
              <a:gd name="T54" fmla="*/ 2104 w 2107"/>
              <a:gd name="T55" fmla="*/ 286 h 375"/>
              <a:gd name="T56" fmla="*/ 2102 w 2107"/>
              <a:gd name="T57" fmla="*/ 290 h 375"/>
              <a:gd name="T58" fmla="*/ 2099 w 2107"/>
              <a:gd name="T59" fmla="*/ 295 h 375"/>
              <a:gd name="T60" fmla="*/ 2097 w 2107"/>
              <a:gd name="T61" fmla="*/ 299 h 375"/>
              <a:gd name="T62" fmla="*/ 2096 w 2107"/>
              <a:gd name="T63" fmla="*/ 299 h 3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107" h="375">
                <a:moveTo>
                  <a:pt x="2096" y="299"/>
                </a:moveTo>
                <a:lnTo>
                  <a:pt x="2034" y="360"/>
                </a:lnTo>
                <a:lnTo>
                  <a:pt x="2029" y="365"/>
                </a:lnTo>
                <a:lnTo>
                  <a:pt x="2025" y="368"/>
                </a:lnTo>
                <a:lnTo>
                  <a:pt x="2021" y="371"/>
                </a:lnTo>
                <a:lnTo>
                  <a:pt x="2014" y="374"/>
                </a:lnTo>
                <a:lnTo>
                  <a:pt x="2009" y="375"/>
                </a:lnTo>
                <a:lnTo>
                  <a:pt x="2003" y="375"/>
                </a:lnTo>
                <a:lnTo>
                  <a:pt x="0" y="375"/>
                </a:lnTo>
                <a:lnTo>
                  <a:pt x="0" y="0"/>
                </a:lnTo>
                <a:lnTo>
                  <a:pt x="2005" y="0"/>
                </a:lnTo>
                <a:lnTo>
                  <a:pt x="2010" y="0"/>
                </a:lnTo>
                <a:lnTo>
                  <a:pt x="2015" y="1"/>
                </a:lnTo>
                <a:lnTo>
                  <a:pt x="2021" y="2"/>
                </a:lnTo>
                <a:lnTo>
                  <a:pt x="2025" y="5"/>
                </a:lnTo>
                <a:lnTo>
                  <a:pt x="2029" y="7"/>
                </a:lnTo>
                <a:lnTo>
                  <a:pt x="2034" y="12"/>
                </a:lnTo>
                <a:lnTo>
                  <a:pt x="2095" y="73"/>
                </a:lnTo>
                <a:lnTo>
                  <a:pt x="2099" y="77"/>
                </a:lnTo>
                <a:lnTo>
                  <a:pt x="2102" y="81"/>
                </a:lnTo>
                <a:lnTo>
                  <a:pt x="2105" y="86"/>
                </a:lnTo>
                <a:lnTo>
                  <a:pt x="2106" y="90"/>
                </a:lnTo>
                <a:lnTo>
                  <a:pt x="2107" y="95"/>
                </a:lnTo>
                <a:lnTo>
                  <a:pt x="2107" y="101"/>
                </a:lnTo>
                <a:lnTo>
                  <a:pt x="2107" y="267"/>
                </a:lnTo>
                <a:lnTo>
                  <a:pt x="2106" y="274"/>
                </a:lnTo>
                <a:lnTo>
                  <a:pt x="2105" y="280"/>
                </a:lnTo>
                <a:lnTo>
                  <a:pt x="2104" y="286"/>
                </a:lnTo>
                <a:lnTo>
                  <a:pt x="2102" y="290"/>
                </a:lnTo>
                <a:lnTo>
                  <a:pt x="2099" y="295"/>
                </a:lnTo>
                <a:lnTo>
                  <a:pt x="2097" y="299"/>
                </a:lnTo>
                <a:lnTo>
                  <a:pt x="2096" y="299"/>
                </a:lnTo>
                <a:close/>
              </a:path>
            </a:pathLst>
          </a:custGeom>
          <a:gradFill flip="none" rotWithShape="1">
            <a:gsLst>
              <a:gs pos="65000">
                <a:schemeClr val="bg1"/>
              </a:gs>
              <a:gs pos="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9000000" scaled="0"/>
            <a:tileRect/>
          </a:gradFill>
          <a:ln>
            <a:gradFill flip="none" rotWithShape="1">
              <a:gsLst>
                <a:gs pos="0">
                  <a:schemeClr val="bg1">
                    <a:lumMod val="65000"/>
                    <a:alpha val="52000"/>
                  </a:schemeClr>
                </a:gs>
                <a:gs pos="100000">
                  <a:schemeClr val="bg1">
                    <a:lumMod val="75000"/>
                    <a:alpha val="69000"/>
                  </a:schemeClr>
                </a:gs>
              </a:gsLst>
              <a:lin ang="10800000" scaled="1"/>
              <a:tileRect/>
            </a:gra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65" name="Freeform 52"/>
          <p:cNvSpPr>
            <a:spLocks/>
          </p:cNvSpPr>
          <p:nvPr/>
        </p:nvSpPr>
        <p:spPr bwMode="auto">
          <a:xfrm>
            <a:off x="5156394" y="4911528"/>
            <a:ext cx="3623602" cy="708385"/>
          </a:xfrm>
          <a:custGeom>
            <a:avLst/>
            <a:gdLst>
              <a:gd name="T0" fmla="*/ 2096 w 2107"/>
              <a:gd name="T1" fmla="*/ 300 h 376"/>
              <a:gd name="T2" fmla="*/ 2034 w 2107"/>
              <a:gd name="T3" fmla="*/ 362 h 376"/>
              <a:gd name="T4" fmla="*/ 2029 w 2107"/>
              <a:gd name="T5" fmla="*/ 366 h 376"/>
              <a:gd name="T6" fmla="*/ 2025 w 2107"/>
              <a:gd name="T7" fmla="*/ 369 h 376"/>
              <a:gd name="T8" fmla="*/ 2021 w 2107"/>
              <a:gd name="T9" fmla="*/ 372 h 376"/>
              <a:gd name="T10" fmla="*/ 2014 w 2107"/>
              <a:gd name="T11" fmla="*/ 375 h 376"/>
              <a:gd name="T12" fmla="*/ 2009 w 2107"/>
              <a:gd name="T13" fmla="*/ 376 h 376"/>
              <a:gd name="T14" fmla="*/ 2003 w 2107"/>
              <a:gd name="T15" fmla="*/ 376 h 376"/>
              <a:gd name="T16" fmla="*/ 0 w 2107"/>
              <a:gd name="T17" fmla="*/ 376 h 376"/>
              <a:gd name="T18" fmla="*/ 0 w 2107"/>
              <a:gd name="T19" fmla="*/ 0 h 376"/>
              <a:gd name="T20" fmla="*/ 2005 w 2107"/>
              <a:gd name="T21" fmla="*/ 0 h 376"/>
              <a:gd name="T22" fmla="*/ 2010 w 2107"/>
              <a:gd name="T23" fmla="*/ 0 h 376"/>
              <a:gd name="T24" fmla="*/ 2015 w 2107"/>
              <a:gd name="T25" fmla="*/ 1 h 376"/>
              <a:gd name="T26" fmla="*/ 2021 w 2107"/>
              <a:gd name="T27" fmla="*/ 2 h 376"/>
              <a:gd name="T28" fmla="*/ 2025 w 2107"/>
              <a:gd name="T29" fmla="*/ 5 h 376"/>
              <a:gd name="T30" fmla="*/ 2029 w 2107"/>
              <a:gd name="T31" fmla="*/ 8 h 376"/>
              <a:gd name="T32" fmla="*/ 2034 w 2107"/>
              <a:gd name="T33" fmla="*/ 13 h 376"/>
              <a:gd name="T34" fmla="*/ 2095 w 2107"/>
              <a:gd name="T35" fmla="*/ 74 h 376"/>
              <a:gd name="T36" fmla="*/ 2099 w 2107"/>
              <a:gd name="T37" fmla="*/ 77 h 376"/>
              <a:gd name="T38" fmla="*/ 2102 w 2107"/>
              <a:gd name="T39" fmla="*/ 81 h 376"/>
              <a:gd name="T40" fmla="*/ 2105 w 2107"/>
              <a:gd name="T41" fmla="*/ 86 h 376"/>
              <a:gd name="T42" fmla="*/ 2106 w 2107"/>
              <a:gd name="T43" fmla="*/ 91 h 376"/>
              <a:gd name="T44" fmla="*/ 2107 w 2107"/>
              <a:gd name="T45" fmla="*/ 96 h 376"/>
              <a:gd name="T46" fmla="*/ 2107 w 2107"/>
              <a:gd name="T47" fmla="*/ 102 h 376"/>
              <a:gd name="T48" fmla="*/ 2107 w 2107"/>
              <a:gd name="T49" fmla="*/ 268 h 376"/>
              <a:gd name="T50" fmla="*/ 2106 w 2107"/>
              <a:gd name="T51" fmla="*/ 275 h 376"/>
              <a:gd name="T52" fmla="*/ 2105 w 2107"/>
              <a:gd name="T53" fmla="*/ 281 h 376"/>
              <a:gd name="T54" fmla="*/ 2104 w 2107"/>
              <a:gd name="T55" fmla="*/ 287 h 376"/>
              <a:gd name="T56" fmla="*/ 2102 w 2107"/>
              <a:gd name="T57" fmla="*/ 291 h 376"/>
              <a:gd name="T58" fmla="*/ 2099 w 2107"/>
              <a:gd name="T59" fmla="*/ 296 h 376"/>
              <a:gd name="T60" fmla="*/ 2097 w 2107"/>
              <a:gd name="T61" fmla="*/ 300 h 376"/>
              <a:gd name="T62" fmla="*/ 2096 w 2107"/>
              <a:gd name="T63" fmla="*/ 300 h 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107" h="376">
                <a:moveTo>
                  <a:pt x="2096" y="300"/>
                </a:moveTo>
                <a:lnTo>
                  <a:pt x="2034" y="362"/>
                </a:lnTo>
                <a:lnTo>
                  <a:pt x="2029" y="366"/>
                </a:lnTo>
                <a:lnTo>
                  <a:pt x="2025" y="369"/>
                </a:lnTo>
                <a:lnTo>
                  <a:pt x="2021" y="372"/>
                </a:lnTo>
                <a:lnTo>
                  <a:pt x="2014" y="375"/>
                </a:lnTo>
                <a:lnTo>
                  <a:pt x="2009" y="376"/>
                </a:lnTo>
                <a:lnTo>
                  <a:pt x="2003" y="376"/>
                </a:lnTo>
                <a:lnTo>
                  <a:pt x="0" y="376"/>
                </a:lnTo>
                <a:lnTo>
                  <a:pt x="0" y="0"/>
                </a:lnTo>
                <a:lnTo>
                  <a:pt x="2005" y="0"/>
                </a:lnTo>
                <a:lnTo>
                  <a:pt x="2010" y="0"/>
                </a:lnTo>
                <a:lnTo>
                  <a:pt x="2015" y="1"/>
                </a:lnTo>
                <a:lnTo>
                  <a:pt x="2021" y="2"/>
                </a:lnTo>
                <a:lnTo>
                  <a:pt x="2025" y="5"/>
                </a:lnTo>
                <a:lnTo>
                  <a:pt x="2029" y="8"/>
                </a:lnTo>
                <a:lnTo>
                  <a:pt x="2034" y="13"/>
                </a:lnTo>
                <a:lnTo>
                  <a:pt x="2095" y="74"/>
                </a:lnTo>
                <a:lnTo>
                  <a:pt x="2099" y="77"/>
                </a:lnTo>
                <a:lnTo>
                  <a:pt x="2102" y="81"/>
                </a:lnTo>
                <a:lnTo>
                  <a:pt x="2105" y="86"/>
                </a:lnTo>
                <a:lnTo>
                  <a:pt x="2106" y="91"/>
                </a:lnTo>
                <a:lnTo>
                  <a:pt x="2107" y="96"/>
                </a:lnTo>
                <a:lnTo>
                  <a:pt x="2107" y="102"/>
                </a:lnTo>
                <a:lnTo>
                  <a:pt x="2107" y="268"/>
                </a:lnTo>
                <a:lnTo>
                  <a:pt x="2106" y="275"/>
                </a:lnTo>
                <a:lnTo>
                  <a:pt x="2105" y="281"/>
                </a:lnTo>
                <a:lnTo>
                  <a:pt x="2104" y="287"/>
                </a:lnTo>
                <a:lnTo>
                  <a:pt x="2102" y="291"/>
                </a:lnTo>
                <a:lnTo>
                  <a:pt x="2099" y="296"/>
                </a:lnTo>
                <a:lnTo>
                  <a:pt x="2097" y="300"/>
                </a:lnTo>
                <a:lnTo>
                  <a:pt x="2096" y="300"/>
                </a:lnTo>
                <a:close/>
              </a:path>
            </a:pathLst>
          </a:custGeom>
          <a:gradFill flip="none" rotWithShape="1">
            <a:gsLst>
              <a:gs pos="65000">
                <a:schemeClr val="bg1"/>
              </a:gs>
              <a:gs pos="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9000000" scaled="0"/>
            <a:tileRect/>
          </a:gradFill>
          <a:ln>
            <a:gradFill flip="none" rotWithShape="1">
              <a:gsLst>
                <a:gs pos="0">
                  <a:schemeClr val="bg1">
                    <a:lumMod val="65000"/>
                    <a:alpha val="52000"/>
                  </a:schemeClr>
                </a:gs>
                <a:gs pos="100000">
                  <a:schemeClr val="bg1">
                    <a:lumMod val="75000"/>
                    <a:alpha val="69000"/>
                  </a:schemeClr>
                </a:gs>
              </a:gsLst>
              <a:lin ang="10800000" scaled="1"/>
              <a:tileRect/>
            </a:gra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66" name="Freeform 46"/>
          <p:cNvSpPr>
            <a:spLocks/>
          </p:cNvSpPr>
          <p:nvPr/>
        </p:nvSpPr>
        <p:spPr bwMode="auto">
          <a:xfrm>
            <a:off x="1199154" y="2457998"/>
            <a:ext cx="3623602" cy="706501"/>
          </a:xfrm>
          <a:custGeom>
            <a:avLst/>
            <a:gdLst>
              <a:gd name="T0" fmla="*/ 11 w 2107"/>
              <a:gd name="T1" fmla="*/ 299 h 375"/>
              <a:gd name="T2" fmla="*/ 73 w 2107"/>
              <a:gd name="T3" fmla="*/ 361 h 375"/>
              <a:gd name="T4" fmla="*/ 78 w 2107"/>
              <a:gd name="T5" fmla="*/ 365 h 375"/>
              <a:gd name="T6" fmla="*/ 82 w 2107"/>
              <a:gd name="T7" fmla="*/ 369 h 375"/>
              <a:gd name="T8" fmla="*/ 87 w 2107"/>
              <a:gd name="T9" fmla="*/ 371 h 375"/>
              <a:gd name="T10" fmla="*/ 93 w 2107"/>
              <a:gd name="T11" fmla="*/ 374 h 375"/>
              <a:gd name="T12" fmla="*/ 99 w 2107"/>
              <a:gd name="T13" fmla="*/ 375 h 375"/>
              <a:gd name="T14" fmla="*/ 106 w 2107"/>
              <a:gd name="T15" fmla="*/ 375 h 375"/>
              <a:gd name="T16" fmla="*/ 2107 w 2107"/>
              <a:gd name="T17" fmla="*/ 375 h 375"/>
              <a:gd name="T18" fmla="*/ 2107 w 2107"/>
              <a:gd name="T19" fmla="*/ 0 h 375"/>
              <a:gd name="T20" fmla="*/ 104 w 2107"/>
              <a:gd name="T21" fmla="*/ 0 h 375"/>
              <a:gd name="T22" fmla="*/ 97 w 2107"/>
              <a:gd name="T23" fmla="*/ 0 h 375"/>
              <a:gd name="T24" fmla="*/ 92 w 2107"/>
              <a:gd name="T25" fmla="*/ 1 h 375"/>
              <a:gd name="T26" fmla="*/ 87 w 2107"/>
              <a:gd name="T27" fmla="*/ 2 h 375"/>
              <a:gd name="T28" fmla="*/ 82 w 2107"/>
              <a:gd name="T29" fmla="*/ 5 h 375"/>
              <a:gd name="T30" fmla="*/ 78 w 2107"/>
              <a:gd name="T31" fmla="*/ 8 h 375"/>
              <a:gd name="T32" fmla="*/ 73 w 2107"/>
              <a:gd name="T33" fmla="*/ 13 h 375"/>
              <a:gd name="T34" fmla="*/ 12 w 2107"/>
              <a:gd name="T35" fmla="*/ 74 h 375"/>
              <a:gd name="T36" fmla="*/ 8 w 2107"/>
              <a:gd name="T37" fmla="*/ 78 h 375"/>
              <a:gd name="T38" fmla="*/ 5 w 2107"/>
              <a:gd name="T39" fmla="*/ 82 h 375"/>
              <a:gd name="T40" fmla="*/ 3 w 2107"/>
              <a:gd name="T41" fmla="*/ 86 h 375"/>
              <a:gd name="T42" fmla="*/ 1 w 2107"/>
              <a:gd name="T43" fmla="*/ 91 h 375"/>
              <a:gd name="T44" fmla="*/ 1 w 2107"/>
              <a:gd name="T45" fmla="*/ 97 h 375"/>
              <a:gd name="T46" fmla="*/ 0 w 2107"/>
              <a:gd name="T47" fmla="*/ 103 h 375"/>
              <a:gd name="T48" fmla="*/ 0 w 2107"/>
              <a:gd name="T49" fmla="*/ 269 h 375"/>
              <a:gd name="T50" fmla="*/ 1 w 2107"/>
              <a:gd name="T51" fmla="*/ 275 h 375"/>
              <a:gd name="T52" fmla="*/ 2 w 2107"/>
              <a:gd name="T53" fmla="*/ 281 h 375"/>
              <a:gd name="T54" fmla="*/ 3 w 2107"/>
              <a:gd name="T55" fmla="*/ 286 h 375"/>
              <a:gd name="T56" fmla="*/ 5 w 2107"/>
              <a:gd name="T57" fmla="*/ 291 h 375"/>
              <a:gd name="T58" fmla="*/ 8 w 2107"/>
              <a:gd name="T59" fmla="*/ 295 h 375"/>
              <a:gd name="T60" fmla="*/ 10 w 2107"/>
              <a:gd name="T61" fmla="*/ 299 h 375"/>
              <a:gd name="T62" fmla="*/ 11 w 2107"/>
              <a:gd name="T63" fmla="*/ 299 h 3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107" h="375">
                <a:moveTo>
                  <a:pt x="11" y="299"/>
                </a:moveTo>
                <a:lnTo>
                  <a:pt x="73" y="361"/>
                </a:lnTo>
                <a:lnTo>
                  <a:pt x="78" y="365"/>
                </a:lnTo>
                <a:lnTo>
                  <a:pt x="82" y="369"/>
                </a:lnTo>
                <a:lnTo>
                  <a:pt x="87" y="371"/>
                </a:lnTo>
                <a:lnTo>
                  <a:pt x="93" y="374"/>
                </a:lnTo>
                <a:lnTo>
                  <a:pt x="99" y="375"/>
                </a:lnTo>
                <a:lnTo>
                  <a:pt x="106" y="375"/>
                </a:lnTo>
                <a:lnTo>
                  <a:pt x="2107" y="375"/>
                </a:lnTo>
                <a:lnTo>
                  <a:pt x="2107" y="0"/>
                </a:lnTo>
                <a:lnTo>
                  <a:pt x="104" y="0"/>
                </a:lnTo>
                <a:lnTo>
                  <a:pt x="97" y="0"/>
                </a:lnTo>
                <a:lnTo>
                  <a:pt x="92" y="1"/>
                </a:lnTo>
                <a:lnTo>
                  <a:pt x="87" y="2"/>
                </a:lnTo>
                <a:lnTo>
                  <a:pt x="82" y="5"/>
                </a:lnTo>
                <a:lnTo>
                  <a:pt x="78" y="8"/>
                </a:lnTo>
                <a:lnTo>
                  <a:pt x="73" y="13"/>
                </a:lnTo>
                <a:lnTo>
                  <a:pt x="12" y="74"/>
                </a:lnTo>
                <a:lnTo>
                  <a:pt x="8" y="78"/>
                </a:lnTo>
                <a:lnTo>
                  <a:pt x="5" y="82"/>
                </a:lnTo>
                <a:lnTo>
                  <a:pt x="3" y="86"/>
                </a:lnTo>
                <a:lnTo>
                  <a:pt x="1" y="91"/>
                </a:lnTo>
                <a:lnTo>
                  <a:pt x="1" y="97"/>
                </a:lnTo>
                <a:lnTo>
                  <a:pt x="0" y="103"/>
                </a:lnTo>
                <a:lnTo>
                  <a:pt x="0" y="269"/>
                </a:lnTo>
                <a:lnTo>
                  <a:pt x="1" y="275"/>
                </a:lnTo>
                <a:lnTo>
                  <a:pt x="2" y="281"/>
                </a:lnTo>
                <a:lnTo>
                  <a:pt x="3" y="286"/>
                </a:lnTo>
                <a:lnTo>
                  <a:pt x="5" y="291"/>
                </a:lnTo>
                <a:lnTo>
                  <a:pt x="8" y="295"/>
                </a:lnTo>
                <a:lnTo>
                  <a:pt x="10" y="299"/>
                </a:lnTo>
                <a:lnTo>
                  <a:pt x="11" y="299"/>
                </a:lnTo>
                <a:close/>
              </a:path>
            </a:pathLst>
          </a:custGeom>
          <a:gradFill flip="none" rotWithShape="1">
            <a:gsLst>
              <a:gs pos="65000">
                <a:schemeClr val="bg1"/>
              </a:gs>
              <a:gs pos="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8600000" scaled="0"/>
            <a:tileRect/>
          </a:gradFill>
          <a:ln>
            <a:gradFill>
              <a:gsLst>
                <a:gs pos="0">
                  <a:schemeClr val="bg1">
                    <a:lumMod val="65000"/>
                    <a:alpha val="52000"/>
                  </a:schemeClr>
                </a:gs>
                <a:gs pos="100000">
                  <a:schemeClr val="bg1">
                    <a:lumMod val="75000"/>
                    <a:alpha val="66000"/>
                  </a:schemeClr>
                </a:gs>
              </a:gsLst>
              <a:lin ang="600000" scaled="0"/>
            </a:gra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67" name="Freeform 47"/>
          <p:cNvSpPr>
            <a:spLocks/>
          </p:cNvSpPr>
          <p:nvPr/>
        </p:nvSpPr>
        <p:spPr bwMode="auto">
          <a:xfrm>
            <a:off x="1199154" y="3527880"/>
            <a:ext cx="3623602" cy="706501"/>
          </a:xfrm>
          <a:custGeom>
            <a:avLst/>
            <a:gdLst>
              <a:gd name="T0" fmla="*/ 11 w 2107"/>
              <a:gd name="T1" fmla="*/ 299 h 375"/>
              <a:gd name="T2" fmla="*/ 73 w 2107"/>
              <a:gd name="T3" fmla="*/ 361 h 375"/>
              <a:gd name="T4" fmla="*/ 78 w 2107"/>
              <a:gd name="T5" fmla="*/ 365 h 375"/>
              <a:gd name="T6" fmla="*/ 82 w 2107"/>
              <a:gd name="T7" fmla="*/ 369 h 375"/>
              <a:gd name="T8" fmla="*/ 87 w 2107"/>
              <a:gd name="T9" fmla="*/ 372 h 375"/>
              <a:gd name="T10" fmla="*/ 93 w 2107"/>
              <a:gd name="T11" fmla="*/ 374 h 375"/>
              <a:gd name="T12" fmla="*/ 99 w 2107"/>
              <a:gd name="T13" fmla="*/ 375 h 375"/>
              <a:gd name="T14" fmla="*/ 106 w 2107"/>
              <a:gd name="T15" fmla="*/ 375 h 375"/>
              <a:gd name="T16" fmla="*/ 2107 w 2107"/>
              <a:gd name="T17" fmla="*/ 375 h 375"/>
              <a:gd name="T18" fmla="*/ 2107 w 2107"/>
              <a:gd name="T19" fmla="*/ 0 h 375"/>
              <a:gd name="T20" fmla="*/ 104 w 2107"/>
              <a:gd name="T21" fmla="*/ 0 h 375"/>
              <a:gd name="T22" fmla="*/ 97 w 2107"/>
              <a:gd name="T23" fmla="*/ 1 h 375"/>
              <a:gd name="T24" fmla="*/ 92 w 2107"/>
              <a:gd name="T25" fmla="*/ 1 h 375"/>
              <a:gd name="T26" fmla="*/ 87 w 2107"/>
              <a:gd name="T27" fmla="*/ 3 h 375"/>
              <a:gd name="T28" fmla="*/ 82 w 2107"/>
              <a:gd name="T29" fmla="*/ 5 h 375"/>
              <a:gd name="T30" fmla="*/ 78 w 2107"/>
              <a:gd name="T31" fmla="*/ 9 h 375"/>
              <a:gd name="T32" fmla="*/ 73 w 2107"/>
              <a:gd name="T33" fmla="*/ 13 h 375"/>
              <a:gd name="T34" fmla="*/ 12 w 2107"/>
              <a:gd name="T35" fmla="*/ 74 h 375"/>
              <a:gd name="T36" fmla="*/ 8 w 2107"/>
              <a:gd name="T37" fmla="*/ 78 h 375"/>
              <a:gd name="T38" fmla="*/ 5 w 2107"/>
              <a:gd name="T39" fmla="*/ 82 h 375"/>
              <a:gd name="T40" fmla="*/ 3 w 2107"/>
              <a:gd name="T41" fmla="*/ 86 h 375"/>
              <a:gd name="T42" fmla="*/ 1 w 2107"/>
              <a:gd name="T43" fmla="*/ 91 h 375"/>
              <a:gd name="T44" fmla="*/ 1 w 2107"/>
              <a:gd name="T45" fmla="*/ 97 h 375"/>
              <a:gd name="T46" fmla="*/ 0 w 2107"/>
              <a:gd name="T47" fmla="*/ 102 h 375"/>
              <a:gd name="T48" fmla="*/ 0 w 2107"/>
              <a:gd name="T49" fmla="*/ 268 h 375"/>
              <a:gd name="T50" fmla="*/ 1 w 2107"/>
              <a:gd name="T51" fmla="*/ 275 h 375"/>
              <a:gd name="T52" fmla="*/ 2 w 2107"/>
              <a:gd name="T53" fmla="*/ 281 h 375"/>
              <a:gd name="T54" fmla="*/ 3 w 2107"/>
              <a:gd name="T55" fmla="*/ 286 h 375"/>
              <a:gd name="T56" fmla="*/ 5 w 2107"/>
              <a:gd name="T57" fmla="*/ 291 h 375"/>
              <a:gd name="T58" fmla="*/ 8 w 2107"/>
              <a:gd name="T59" fmla="*/ 295 h 375"/>
              <a:gd name="T60" fmla="*/ 10 w 2107"/>
              <a:gd name="T61" fmla="*/ 299 h 375"/>
              <a:gd name="T62" fmla="*/ 11 w 2107"/>
              <a:gd name="T63" fmla="*/ 299 h 3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107" h="375">
                <a:moveTo>
                  <a:pt x="11" y="299"/>
                </a:moveTo>
                <a:lnTo>
                  <a:pt x="73" y="361"/>
                </a:lnTo>
                <a:lnTo>
                  <a:pt x="78" y="365"/>
                </a:lnTo>
                <a:lnTo>
                  <a:pt x="82" y="369"/>
                </a:lnTo>
                <a:lnTo>
                  <a:pt x="87" y="372"/>
                </a:lnTo>
                <a:lnTo>
                  <a:pt x="93" y="374"/>
                </a:lnTo>
                <a:lnTo>
                  <a:pt x="99" y="375"/>
                </a:lnTo>
                <a:lnTo>
                  <a:pt x="106" y="375"/>
                </a:lnTo>
                <a:lnTo>
                  <a:pt x="2107" y="375"/>
                </a:lnTo>
                <a:lnTo>
                  <a:pt x="2107" y="0"/>
                </a:lnTo>
                <a:lnTo>
                  <a:pt x="104" y="0"/>
                </a:lnTo>
                <a:lnTo>
                  <a:pt x="97" y="1"/>
                </a:lnTo>
                <a:lnTo>
                  <a:pt x="92" y="1"/>
                </a:lnTo>
                <a:lnTo>
                  <a:pt x="87" y="3"/>
                </a:lnTo>
                <a:lnTo>
                  <a:pt x="82" y="5"/>
                </a:lnTo>
                <a:lnTo>
                  <a:pt x="78" y="9"/>
                </a:lnTo>
                <a:lnTo>
                  <a:pt x="73" y="13"/>
                </a:lnTo>
                <a:lnTo>
                  <a:pt x="12" y="74"/>
                </a:lnTo>
                <a:lnTo>
                  <a:pt x="8" y="78"/>
                </a:lnTo>
                <a:lnTo>
                  <a:pt x="5" y="82"/>
                </a:lnTo>
                <a:lnTo>
                  <a:pt x="3" y="86"/>
                </a:lnTo>
                <a:lnTo>
                  <a:pt x="1" y="91"/>
                </a:lnTo>
                <a:lnTo>
                  <a:pt x="1" y="97"/>
                </a:lnTo>
                <a:lnTo>
                  <a:pt x="0" y="102"/>
                </a:lnTo>
                <a:lnTo>
                  <a:pt x="0" y="268"/>
                </a:lnTo>
                <a:lnTo>
                  <a:pt x="1" y="275"/>
                </a:lnTo>
                <a:lnTo>
                  <a:pt x="2" y="281"/>
                </a:lnTo>
                <a:lnTo>
                  <a:pt x="3" y="286"/>
                </a:lnTo>
                <a:lnTo>
                  <a:pt x="5" y="291"/>
                </a:lnTo>
                <a:lnTo>
                  <a:pt x="8" y="295"/>
                </a:lnTo>
                <a:lnTo>
                  <a:pt x="10" y="299"/>
                </a:lnTo>
                <a:lnTo>
                  <a:pt x="11" y="299"/>
                </a:lnTo>
                <a:close/>
              </a:path>
            </a:pathLst>
          </a:custGeom>
          <a:gradFill flip="none" rotWithShape="1">
            <a:gsLst>
              <a:gs pos="65000">
                <a:schemeClr val="bg1"/>
              </a:gs>
              <a:gs pos="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8600000" scaled="0"/>
            <a:tileRect/>
          </a:gradFill>
          <a:ln>
            <a:gradFill>
              <a:gsLst>
                <a:gs pos="0">
                  <a:schemeClr val="bg1">
                    <a:lumMod val="65000"/>
                    <a:alpha val="52000"/>
                  </a:schemeClr>
                </a:gs>
                <a:gs pos="100000">
                  <a:schemeClr val="bg1">
                    <a:lumMod val="75000"/>
                    <a:alpha val="66000"/>
                  </a:schemeClr>
                </a:gs>
              </a:gsLst>
              <a:lin ang="600000" scaled="0"/>
            </a:gra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68" name="Freeform 48"/>
          <p:cNvSpPr>
            <a:spLocks/>
          </p:cNvSpPr>
          <p:nvPr/>
        </p:nvSpPr>
        <p:spPr bwMode="auto">
          <a:xfrm>
            <a:off x="1199154" y="4646415"/>
            <a:ext cx="3623602" cy="708385"/>
          </a:xfrm>
          <a:custGeom>
            <a:avLst/>
            <a:gdLst>
              <a:gd name="T0" fmla="*/ 11 w 2107"/>
              <a:gd name="T1" fmla="*/ 300 h 376"/>
              <a:gd name="T2" fmla="*/ 73 w 2107"/>
              <a:gd name="T3" fmla="*/ 362 h 376"/>
              <a:gd name="T4" fmla="*/ 78 w 2107"/>
              <a:gd name="T5" fmla="*/ 366 h 376"/>
              <a:gd name="T6" fmla="*/ 82 w 2107"/>
              <a:gd name="T7" fmla="*/ 370 h 376"/>
              <a:gd name="T8" fmla="*/ 87 w 2107"/>
              <a:gd name="T9" fmla="*/ 373 h 376"/>
              <a:gd name="T10" fmla="*/ 93 w 2107"/>
              <a:gd name="T11" fmla="*/ 375 h 376"/>
              <a:gd name="T12" fmla="*/ 99 w 2107"/>
              <a:gd name="T13" fmla="*/ 376 h 376"/>
              <a:gd name="T14" fmla="*/ 106 w 2107"/>
              <a:gd name="T15" fmla="*/ 376 h 376"/>
              <a:gd name="T16" fmla="*/ 2107 w 2107"/>
              <a:gd name="T17" fmla="*/ 376 h 376"/>
              <a:gd name="T18" fmla="*/ 2107 w 2107"/>
              <a:gd name="T19" fmla="*/ 0 h 376"/>
              <a:gd name="T20" fmla="*/ 104 w 2107"/>
              <a:gd name="T21" fmla="*/ 0 h 376"/>
              <a:gd name="T22" fmla="*/ 97 w 2107"/>
              <a:gd name="T23" fmla="*/ 1 h 376"/>
              <a:gd name="T24" fmla="*/ 92 w 2107"/>
              <a:gd name="T25" fmla="*/ 2 h 376"/>
              <a:gd name="T26" fmla="*/ 87 w 2107"/>
              <a:gd name="T27" fmla="*/ 3 h 376"/>
              <a:gd name="T28" fmla="*/ 82 w 2107"/>
              <a:gd name="T29" fmla="*/ 5 h 376"/>
              <a:gd name="T30" fmla="*/ 78 w 2107"/>
              <a:gd name="T31" fmla="*/ 9 h 376"/>
              <a:gd name="T32" fmla="*/ 73 w 2107"/>
              <a:gd name="T33" fmla="*/ 13 h 376"/>
              <a:gd name="T34" fmla="*/ 12 w 2107"/>
              <a:gd name="T35" fmla="*/ 75 h 376"/>
              <a:gd name="T36" fmla="*/ 8 w 2107"/>
              <a:gd name="T37" fmla="*/ 79 h 376"/>
              <a:gd name="T38" fmla="*/ 5 w 2107"/>
              <a:gd name="T39" fmla="*/ 82 h 376"/>
              <a:gd name="T40" fmla="*/ 3 w 2107"/>
              <a:gd name="T41" fmla="*/ 86 h 376"/>
              <a:gd name="T42" fmla="*/ 1 w 2107"/>
              <a:gd name="T43" fmla="*/ 92 h 376"/>
              <a:gd name="T44" fmla="*/ 1 w 2107"/>
              <a:gd name="T45" fmla="*/ 97 h 376"/>
              <a:gd name="T46" fmla="*/ 0 w 2107"/>
              <a:gd name="T47" fmla="*/ 103 h 376"/>
              <a:gd name="T48" fmla="*/ 0 w 2107"/>
              <a:gd name="T49" fmla="*/ 269 h 376"/>
              <a:gd name="T50" fmla="*/ 1 w 2107"/>
              <a:gd name="T51" fmla="*/ 276 h 376"/>
              <a:gd name="T52" fmla="*/ 2 w 2107"/>
              <a:gd name="T53" fmla="*/ 282 h 376"/>
              <a:gd name="T54" fmla="*/ 3 w 2107"/>
              <a:gd name="T55" fmla="*/ 287 h 376"/>
              <a:gd name="T56" fmla="*/ 5 w 2107"/>
              <a:gd name="T57" fmla="*/ 292 h 376"/>
              <a:gd name="T58" fmla="*/ 8 w 2107"/>
              <a:gd name="T59" fmla="*/ 296 h 376"/>
              <a:gd name="T60" fmla="*/ 10 w 2107"/>
              <a:gd name="T61" fmla="*/ 300 h 376"/>
              <a:gd name="T62" fmla="*/ 11 w 2107"/>
              <a:gd name="T63" fmla="*/ 300 h 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107" h="376">
                <a:moveTo>
                  <a:pt x="11" y="300"/>
                </a:moveTo>
                <a:lnTo>
                  <a:pt x="73" y="362"/>
                </a:lnTo>
                <a:lnTo>
                  <a:pt x="78" y="366"/>
                </a:lnTo>
                <a:lnTo>
                  <a:pt x="82" y="370"/>
                </a:lnTo>
                <a:lnTo>
                  <a:pt x="87" y="373"/>
                </a:lnTo>
                <a:lnTo>
                  <a:pt x="93" y="375"/>
                </a:lnTo>
                <a:lnTo>
                  <a:pt x="99" y="376"/>
                </a:lnTo>
                <a:lnTo>
                  <a:pt x="106" y="376"/>
                </a:lnTo>
                <a:lnTo>
                  <a:pt x="2107" y="376"/>
                </a:lnTo>
                <a:lnTo>
                  <a:pt x="2107" y="0"/>
                </a:lnTo>
                <a:lnTo>
                  <a:pt x="104" y="0"/>
                </a:lnTo>
                <a:lnTo>
                  <a:pt x="97" y="1"/>
                </a:lnTo>
                <a:lnTo>
                  <a:pt x="92" y="2"/>
                </a:lnTo>
                <a:lnTo>
                  <a:pt x="87" y="3"/>
                </a:lnTo>
                <a:lnTo>
                  <a:pt x="82" y="5"/>
                </a:lnTo>
                <a:lnTo>
                  <a:pt x="78" y="9"/>
                </a:lnTo>
                <a:lnTo>
                  <a:pt x="73" y="13"/>
                </a:lnTo>
                <a:lnTo>
                  <a:pt x="12" y="75"/>
                </a:lnTo>
                <a:lnTo>
                  <a:pt x="8" y="79"/>
                </a:lnTo>
                <a:lnTo>
                  <a:pt x="5" y="82"/>
                </a:lnTo>
                <a:lnTo>
                  <a:pt x="3" y="86"/>
                </a:lnTo>
                <a:lnTo>
                  <a:pt x="1" y="92"/>
                </a:lnTo>
                <a:lnTo>
                  <a:pt x="1" y="97"/>
                </a:lnTo>
                <a:lnTo>
                  <a:pt x="0" y="103"/>
                </a:lnTo>
                <a:lnTo>
                  <a:pt x="0" y="269"/>
                </a:lnTo>
                <a:lnTo>
                  <a:pt x="1" y="276"/>
                </a:lnTo>
                <a:lnTo>
                  <a:pt x="2" y="282"/>
                </a:lnTo>
                <a:lnTo>
                  <a:pt x="3" y="287"/>
                </a:lnTo>
                <a:lnTo>
                  <a:pt x="5" y="292"/>
                </a:lnTo>
                <a:lnTo>
                  <a:pt x="8" y="296"/>
                </a:lnTo>
                <a:lnTo>
                  <a:pt x="10" y="300"/>
                </a:lnTo>
                <a:lnTo>
                  <a:pt x="11" y="300"/>
                </a:lnTo>
                <a:close/>
              </a:path>
            </a:pathLst>
          </a:custGeom>
          <a:gradFill flip="none" rotWithShape="1">
            <a:gsLst>
              <a:gs pos="65000">
                <a:schemeClr val="bg1"/>
              </a:gs>
              <a:gs pos="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8600000" scaled="0"/>
            <a:tileRect/>
          </a:gradFill>
          <a:ln>
            <a:gradFill>
              <a:gsLst>
                <a:gs pos="0">
                  <a:schemeClr val="bg1">
                    <a:lumMod val="65000"/>
                    <a:alpha val="52000"/>
                  </a:schemeClr>
                </a:gs>
                <a:gs pos="100000">
                  <a:schemeClr val="bg1">
                    <a:lumMod val="75000"/>
                    <a:alpha val="66000"/>
                  </a:schemeClr>
                </a:gs>
              </a:gsLst>
              <a:lin ang="600000" scaled="0"/>
            </a:gra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69" name="타원 68"/>
          <p:cNvSpPr/>
          <p:nvPr/>
        </p:nvSpPr>
        <p:spPr>
          <a:xfrm>
            <a:off x="4818457" y="1928491"/>
            <a:ext cx="345677" cy="14401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  <a:scene3d>
            <a:camera prst="perspectiveRelaxed" fov="0"/>
            <a:lightRig rig="threePt" dir="t">
              <a:rot lat="0" lon="0" rev="600000"/>
            </a:lightRig>
          </a:scene3d>
          <a:sp3d extrusionH="5461000">
            <a:bevelT w="12700"/>
            <a:bevelB w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0" name="그룹 69"/>
          <p:cNvGrpSpPr/>
          <p:nvPr/>
        </p:nvGrpSpPr>
        <p:grpSpPr>
          <a:xfrm>
            <a:off x="4655075" y="2457997"/>
            <a:ext cx="681038" cy="1038086"/>
            <a:chOff x="4259263" y="2446338"/>
            <a:chExt cx="628650" cy="874713"/>
          </a:xfrm>
        </p:grpSpPr>
        <p:sp>
          <p:nvSpPr>
            <p:cNvPr id="71" name="Freeform 56"/>
            <p:cNvSpPr>
              <a:spLocks/>
            </p:cNvSpPr>
            <p:nvPr/>
          </p:nvSpPr>
          <p:spPr bwMode="auto">
            <a:xfrm>
              <a:off x="4297363" y="3217863"/>
              <a:ext cx="112713" cy="103188"/>
            </a:xfrm>
            <a:custGeom>
              <a:avLst/>
              <a:gdLst>
                <a:gd name="T0" fmla="*/ 71 w 71"/>
                <a:gd name="T1" fmla="*/ 64 h 65"/>
                <a:gd name="T2" fmla="*/ 71 w 71"/>
                <a:gd name="T3" fmla="*/ 0 h 65"/>
                <a:gd name="T4" fmla="*/ 56 w 71"/>
                <a:gd name="T5" fmla="*/ 4 h 65"/>
                <a:gd name="T6" fmla="*/ 41 w 71"/>
                <a:gd name="T7" fmla="*/ 10 h 65"/>
                <a:gd name="T8" fmla="*/ 25 w 71"/>
                <a:gd name="T9" fmla="*/ 17 h 65"/>
                <a:gd name="T10" fmla="*/ 17 w 71"/>
                <a:gd name="T11" fmla="*/ 21 h 65"/>
                <a:gd name="T12" fmla="*/ 11 w 71"/>
                <a:gd name="T13" fmla="*/ 25 h 65"/>
                <a:gd name="T14" fmla="*/ 5 w 71"/>
                <a:gd name="T15" fmla="*/ 30 h 65"/>
                <a:gd name="T16" fmla="*/ 1 w 71"/>
                <a:gd name="T17" fmla="*/ 34 h 65"/>
                <a:gd name="T18" fmla="*/ 0 w 71"/>
                <a:gd name="T19" fmla="*/ 39 h 65"/>
                <a:gd name="T20" fmla="*/ 0 w 71"/>
                <a:gd name="T21" fmla="*/ 41 h 65"/>
                <a:gd name="T22" fmla="*/ 0 w 71"/>
                <a:gd name="T23" fmla="*/ 44 h 65"/>
                <a:gd name="T24" fmla="*/ 1 w 71"/>
                <a:gd name="T25" fmla="*/ 47 h 65"/>
                <a:gd name="T26" fmla="*/ 3 w 71"/>
                <a:gd name="T27" fmla="*/ 50 h 65"/>
                <a:gd name="T28" fmla="*/ 10 w 71"/>
                <a:gd name="T29" fmla="*/ 55 h 65"/>
                <a:gd name="T30" fmla="*/ 21 w 71"/>
                <a:gd name="T31" fmla="*/ 60 h 65"/>
                <a:gd name="T32" fmla="*/ 33 w 71"/>
                <a:gd name="T33" fmla="*/ 63 h 65"/>
                <a:gd name="T34" fmla="*/ 43 w 71"/>
                <a:gd name="T35" fmla="*/ 65 h 65"/>
                <a:gd name="T36" fmla="*/ 53 w 71"/>
                <a:gd name="T37" fmla="*/ 65 h 65"/>
                <a:gd name="T38" fmla="*/ 67 w 71"/>
                <a:gd name="T39" fmla="*/ 64 h 65"/>
                <a:gd name="T40" fmla="*/ 70 w 71"/>
                <a:gd name="T41" fmla="*/ 64 h 65"/>
                <a:gd name="T42" fmla="*/ 71 w 71"/>
                <a:gd name="T43" fmla="*/ 64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71" h="65">
                  <a:moveTo>
                    <a:pt x="71" y="64"/>
                  </a:moveTo>
                  <a:lnTo>
                    <a:pt x="71" y="0"/>
                  </a:lnTo>
                  <a:lnTo>
                    <a:pt x="56" y="4"/>
                  </a:lnTo>
                  <a:lnTo>
                    <a:pt x="41" y="10"/>
                  </a:lnTo>
                  <a:lnTo>
                    <a:pt x="25" y="17"/>
                  </a:lnTo>
                  <a:lnTo>
                    <a:pt x="17" y="21"/>
                  </a:lnTo>
                  <a:lnTo>
                    <a:pt x="11" y="25"/>
                  </a:lnTo>
                  <a:lnTo>
                    <a:pt x="5" y="30"/>
                  </a:lnTo>
                  <a:lnTo>
                    <a:pt x="1" y="34"/>
                  </a:lnTo>
                  <a:lnTo>
                    <a:pt x="0" y="39"/>
                  </a:lnTo>
                  <a:lnTo>
                    <a:pt x="0" y="41"/>
                  </a:lnTo>
                  <a:lnTo>
                    <a:pt x="0" y="44"/>
                  </a:lnTo>
                  <a:lnTo>
                    <a:pt x="1" y="47"/>
                  </a:lnTo>
                  <a:lnTo>
                    <a:pt x="3" y="50"/>
                  </a:lnTo>
                  <a:lnTo>
                    <a:pt x="10" y="55"/>
                  </a:lnTo>
                  <a:lnTo>
                    <a:pt x="21" y="60"/>
                  </a:lnTo>
                  <a:lnTo>
                    <a:pt x="33" y="63"/>
                  </a:lnTo>
                  <a:lnTo>
                    <a:pt x="43" y="65"/>
                  </a:lnTo>
                  <a:lnTo>
                    <a:pt x="53" y="65"/>
                  </a:lnTo>
                  <a:lnTo>
                    <a:pt x="67" y="64"/>
                  </a:lnTo>
                  <a:lnTo>
                    <a:pt x="70" y="64"/>
                  </a:lnTo>
                  <a:lnTo>
                    <a:pt x="71" y="6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tx1">
                    <a:lumMod val="85000"/>
                    <a:lumOff val="15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72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72" name="Freeform 55"/>
            <p:cNvSpPr>
              <a:spLocks/>
            </p:cNvSpPr>
            <p:nvPr/>
          </p:nvSpPr>
          <p:spPr bwMode="auto">
            <a:xfrm>
              <a:off x="4732338" y="2457450"/>
              <a:ext cx="106363" cy="146050"/>
            </a:xfrm>
            <a:custGeom>
              <a:avLst/>
              <a:gdLst>
                <a:gd name="T0" fmla="*/ 0 w 67"/>
                <a:gd name="T1" fmla="*/ 92 h 92"/>
                <a:gd name="T2" fmla="*/ 0 w 67"/>
                <a:gd name="T3" fmla="*/ 0 h 92"/>
                <a:gd name="T4" fmla="*/ 11 w 67"/>
                <a:gd name="T5" fmla="*/ 1 h 92"/>
                <a:gd name="T6" fmla="*/ 20 w 67"/>
                <a:gd name="T7" fmla="*/ 2 h 92"/>
                <a:gd name="T8" fmla="*/ 32 w 67"/>
                <a:gd name="T9" fmla="*/ 5 h 92"/>
                <a:gd name="T10" fmla="*/ 39 w 67"/>
                <a:gd name="T11" fmla="*/ 7 h 92"/>
                <a:gd name="T12" fmla="*/ 45 w 67"/>
                <a:gd name="T13" fmla="*/ 10 h 92"/>
                <a:gd name="T14" fmla="*/ 50 w 67"/>
                <a:gd name="T15" fmla="*/ 14 h 92"/>
                <a:gd name="T16" fmla="*/ 56 w 67"/>
                <a:gd name="T17" fmla="*/ 18 h 92"/>
                <a:gd name="T18" fmla="*/ 60 w 67"/>
                <a:gd name="T19" fmla="*/ 22 h 92"/>
                <a:gd name="T20" fmla="*/ 64 w 67"/>
                <a:gd name="T21" fmla="*/ 28 h 92"/>
                <a:gd name="T22" fmla="*/ 66 w 67"/>
                <a:gd name="T23" fmla="*/ 34 h 92"/>
                <a:gd name="T24" fmla="*/ 67 w 67"/>
                <a:gd name="T25" fmla="*/ 41 h 92"/>
                <a:gd name="T26" fmla="*/ 67 w 67"/>
                <a:gd name="T27" fmla="*/ 49 h 92"/>
                <a:gd name="T28" fmla="*/ 65 w 67"/>
                <a:gd name="T29" fmla="*/ 55 h 92"/>
                <a:gd name="T30" fmla="*/ 62 w 67"/>
                <a:gd name="T31" fmla="*/ 61 h 92"/>
                <a:gd name="T32" fmla="*/ 57 w 67"/>
                <a:gd name="T33" fmla="*/ 67 h 92"/>
                <a:gd name="T34" fmla="*/ 52 w 67"/>
                <a:gd name="T35" fmla="*/ 71 h 92"/>
                <a:gd name="T36" fmla="*/ 46 w 67"/>
                <a:gd name="T37" fmla="*/ 76 h 92"/>
                <a:gd name="T38" fmla="*/ 40 w 67"/>
                <a:gd name="T39" fmla="*/ 79 h 92"/>
                <a:gd name="T40" fmla="*/ 34 w 67"/>
                <a:gd name="T41" fmla="*/ 82 h 92"/>
                <a:gd name="T42" fmla="*/ 21 w 67"/>
                <a:gd name="T43" fmla="*/ 87 h 92"/>
                <a:gd name="T44" fmla="*/ 11 w 67"/>
                <a:gd name="T45" fmla="*/ 90 h 92"/>
                <a:gd name="T46" fmla="*/ 1 w 67"/>
                <a:gd name="T47" fmla="*/ 92 h 92"/>
                <a:gd name="T48" fmla="*/ 0 w 67"/>
                <a:gd name="T49" fmla="*/ 92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67" h="92">
                  <a:moveTo>
                    <a:pt x="0" y="92"/>
                  </a:moveTo>
                  <a:lnTo>
                    <a:pt x="0" y="0"/>
                  </a:lnTo>
                  <a:lnTo>
                    <a:pt x="11" y="1"/>
                  </a:lnTo>
                  <a:lnTo>
                    <a:pt x="20" y="2"/>
                  </a:lnTo>
                  <a:lnTo>
                    <a:pt x="32" y="5"/>
                  </a:lnTo>
                  <a:lnTo>
                    <a:pt x="39" y="7"/>
                  </a:lnTo>
                  <a:lnTo>
                    <a:pt x="45" y="10"/>
                  </a:lnTo>
                  <a:lnTo>
                    <a:pt x="50" y="14"/>
                  </a:lnTo>
                  <a:lnTo>
                    <a:pt x="56" y="18"/>
                  </a:lnTo>
                  <a:lnTo>
                    <a:pt x="60" y="22"/>
                  </a:lnTo>
                  <a:lnTo>
                    <a:pt x="64" y="28"/>
                  </a:lnTo>
                  <a:lnTo>
                    <a:pt x="66" y="34"/>
                  </a:lnTo>
                  <a:lnTo>
                    <a:pt x="67" y="41"/>
                  </a:lnTo>
                  <a:lnTo>
                    <a:pt x="67" y="49"/>
                  </a:lnTo>
                  <a:lnTo>
                    <a:pt x="65" y="55"/>
                  </a:lnTo>
                  <a:lnTo>
                    <a:pt x="62" y="61"/>
                  </a:lnTo>
                  <a:lnTo>
                    <a:pt x="57" y="67"/>
                  </a:lnTo>
                  <a:lnTo>
                    <a:pt x="52" y="71"/>
                  </a:lnTo>
                  <a:lnTo>
                    <a:pt x="46" y="76"/>
                  </a:lnTo>
                  <a:lnTo>
                    <a:pt x="40" y="79"/>
                  </a:lnTo>
                  <a:lnTo>
                    <a:pt x="34" y="82"/>
                  </a:lnTo>
                  <a:lnTo>
                    <a:pt x="21" y="87"/>
                  </a:lnTo>
                  <a:lnTo>
                    <a:pt x="11" y="90"/>
                  </a:lnTo>
                  <a:lnTo>
                    <a:pt x="1" y="92"/>
                  </a:lnTo>
                  <a:lnTo>
                    <a:pt x="0" y="92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tx1">
                    <a:lumMod val="85000"/>
                    <a:lumOff val="15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72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73" name="Freeform 54"/>
            <p:cNvSpPr>
              <a:spLocks/>
            </p:cNvSpPr>
            <p:nvPr/>
          </p:nvSpPr>
          <p:spPr bwMode="auto">
            <a:xfrm>
              <a:off x="4259263" y="2446338"/>
              <a:ext cx="628650" cy="841375"/>
            </a:xfrm>
            <a:custGeom>
              <a:avLst/>
              <a:gdLst>
                <a:gd name="T0" fmla="*/ 302 w 396"/>
                <a:gd name="T1" fmla="*/ 7 h 530"/>
                <a:gd name="T2" fmla="*/ 322 w 396"/>
                <a:gd name="T3" fmla="*/ 11 h 530"/>
                <a:gd name="T4" fmla="*/ 340 w 396"/>
                <a:gd name="T5" fmla="*/ 17 h 530"/>
                <a:gd name="T6" fmla="*/ 356 w 396"/>
                <a:gd name="T7" fmla="*/ 27 h 530"/>
                <a:gd name="T8" fmla="*/ 363 w 396"/>
                <a:gd name="T9" fmla="*/ 39 h 530"/>
                <a:gd name="T10" fmla="*/ 363 w 396"/>
                <a:gd name="T11" fmla="*/ 54 h 530"/>
                <a:gd name="T12" fmla="*/ 357 w 396"/>
                <a:gd name="T13" fmla="*/ 68 h 530"/>
                <a:gd name="T14" fmla="*/ 347 w 396"/>
                <a:gd name="T15" fmla="*/ 76 h 530"/>
                <a:gd name="T16" fmla="*/ 327 w 396"/>
                <a:gd name="T17" fmla="*/ 86 h 530"/>
                <a:gd name="T18" fmla="*/ 288 w 396"/>
                <a:gd name="T19" fmla="*/ 97 h 530"/>
                <a:gd name="T20" fmla="*/ 242 w 396"/>
                <a:gd name="T21" fmla="*/ 106 h 530"/>
                <a:gd name="T22" fmla="*/ 197 w 396"/>
                <a:gd name="T23" fmla="*/ 111 h 530"/>
                <a:gd name="T24" fmla="*/ 110 w 396"/>
                <a:gd name="T25" fmla="*/ 116 h 530"/>
                <a:gd name="T26" fmla="*/ 62 w 396"/>
                <a:gd name="T27" fmla="*/ 121 h 530"/>
                <a:gd name="T28" fmla="*/ 34 w 396"/>
                <a:gd name="T29" fmla="*/ 129 h 530"/>
                <a:gd name="T30" fmla="*/ 13 w 396"/>
                <a:gd name="T31" fmla="*/ 139 h 530"/>
                <a:gd name="T32" fmla="*/ 6 w 396"/>
                <a:gd name="T33" fmla="*/ 146 h 530"/>
                <a:gd name="T34" fmla="*/ 1 w 396"/>
                <a:gd name="T35" fmla="*/ 154 h 530"/>
                <a:gd name="T36" fmla="*/ 0 w 396"/>
                <a:gd name="T37" fmla="*/ 163 h 530"/>
                <a:gd name="T38" fmla="*/ 23 w 396"/>
                <a:gd name="T39" fmla="*/ 528 h 530"/>
                <a:gd name="T40" fmla="*/ 27 w 396"/>
                <a:gd name="T41" fmla="*/ 520 h 530"/>
                <a:gd name="T42" fmla="*/ 34 w 396"/>
                <a:gd name="T43" fmla="*/ 513 h 530"/>
                <a:gd name="T44" fmla="*/ 47 w 396"/>
                <a:gd name="T45" fmla="*/ 504 h 530"/>
                <a:gd name="T46" fmla="*/ 67 w 396"/>
                <a:gd name="T47" fmla="*/ 496 h 530"/>
                <a:gd name="T48" fmla="*/ 96 w 396"/>
                <a:gd name="T49" fmla="*/ 488 h 530"/>
                <a:gd name="T50" fmla="*/ 137 w 396"/>
                <a:gd name="T51" fmla="*/ 483 h 530"/>
                <a:gd name="T52" fmla="*/ 212 w 396"/>
                <a:gd name="T53" fmla="*/ 479 h 530"/>
                <a:gd name="T54" fmla="*/ 299 w 396"/>
                <a:gd name="T55" fmla="*/ 471 h 530"/>
                <a:gd name="T56" fmla="*/ 333 w 396"/>
                <a:gd name="T57" fmla="*/ 464 h 530"/>
                <a:gd name="T58" fmla="*/ 361 w 396"/>
                <a:gd name="T59" fmla="*/ 455 h 530"/>
                <a:gd name="T60" fmla="*/ 382 w 396"/>
                <a:gd name="T61" fmla="*/ 443 h 530"/>
                <a:gd name="T62" fmla="*/ 391 w 396"/>
                <a:gd name="T63" fmla="*/ 433 h 530"/>
                <a:gd name="T64" fmla="*/ 394 w 396"/>
                <a:gd name="T65" fmla="*/ 425 h 530"/>
                <a:gd name="T66" fmla="*/ 396 w 396"/>
                <a:gd name="T67" fmla="*/ 415 h 530"/>
                <a:gd name="T68" fmla="*/ 372 w 396"/>
                <a:gd name="T69" fmla="*/ 42 h 530"/>
                <a:gd name="T70" fmla="*/ 371 w 396"/>
                <a:gd name="T71" fmla="*/ 37 h 530"/>
                <a:gd name="T72" fmla="*/ 362 w 396"/>
                <a:gd name="T73" fmla="*/ 25 h 530"/>
                <a:gd name="T74" fmla="*/ 353 w 396"/>
                <a:gd name="T75" fmla="*/ 18 h 530"/>
                <a:gd name="T76" fmla="*/ 340 w 396"/>
                <a:gd name="T77" fmla="*/ 11 h 530"/>
                <a:gd name="T78" fmla="*/ 321 w 396"/>
                <a:gd name="T79" fmla="*/ 5 h 530"/>
                <a:gd name="T80" fmla="*/ 298 w 396"/>
                <a:gd name="T81" fmla="*/ 0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96" h="530">
                  <a:moveTo>
                    <a:pt x="298" y="7"/>
                  </a:moveTo>
                  <a:lnTo>
                    <a:pt x="302" y="7"/>
                  </a:lnTo>
                  <a:lnTo>
                    <a:pt x="314" y="9"/>
                  </a:lnTo>
                  <a:lnTo>
                    <a:pt x="322" y="11"/>
                  </a:lnTo>
                  <a:lnTo>
                    <a:pt x="331" y="14"/>
                  </a:lnTo>
                  <a:lnTo>
                    <a:pt x="340" y="17"/>
                  </a:lnTo>
                  <a:lnTo>
                    <a:pt x="349" y="22"/>
                  </a:lnTo>
                  <a:lnTo>
                    <a:pt x="356" y="27"/>
                  </a:lnTo>
                  <a:lnTo>
                    <a:pt x="361" y="33"/>
                  </a:lnTo>
                  <a:lnTo>
                    <a:pt x="363" y="39"/>
                  </a:lnTo>
                  <a:lnTo>
                    <a:pt x="364" y="47"/>
                  </a:lnTo>
                  <a:lnTo>
                    <a:pt x="363" y="54"/>
                  </a:lnTo>
                  <a:lnTo>
                    <a:pt x="361" y="61"/>
                  </a:lnTo>
                  <a:lnTo>
                    <a:pt x="357" y="68"/>
                  </a:lnTo>
                  <a:lnTo>
                    <a:pt x="351" y="73"/>
                  </a:lnTo>
                  <a:lnTo>
                    <a:pt x="347" y="76"/>
                  </a:lnTo>
                  <a:lnTo>
                    <a:pt x="341" y="79"/>
                  </a:lnTo>
                  <a:lnTo>
                    <a:pt x="327" y="86"/>
                  </a:lnTo>
                  <a:lnTo>
                    <a:pt x="309" y="92"/>
                  </a:lnTo>
                  <a:lnTo>
                    <a:pt x="288" y="97"/>
                  </a:lnTo>
                  <a:lnTo>
                    <a:pt x="265" y="102"/>
                  </a:lnTo>
                  <a:lnTo>
                    <a:pt x="242" y="106"/>
                  </a:lnTo>
                  <a:lnTo>
                    <a:pt x="219" y="109"/>
                  </a:lnTo>
                  <a:lnTo>
                    <a:pt x="197" y="111"/>
                  </a:lnTo>
                  <a:lnTo>
                    <a:pt x="143" y="114"/>
                  </a:lnTo>
                  <a:lnTo>
                    <a:pt x="110" y="116"/>
                  </a:lnTo>
                  <a:lnTo>
                    <a:pt x="77" y="118"/>
                  </a:lnTo>
                  <a:lnTo>
                    <a:pt x="62" y="121"/>
                  </a:lnTo>
                  <a:lnTo>
                    <a:pt x="47" y="125"/>
                  </a:lnTo>
                  <a:lnTo>
                    <a:pt x="34" y="129"/>
                  </a:lnTo>
                  <a:lnTo>
                    <a:pt x="22" y="134"/>
                  </a:lnTo>
                  <a:lnTo>
                    <a:pt x="13" y="139"/>
                  </a:lnTo>
                  <a:lnTo>
                    <a:pt x="9" y="143"/>
                  </a:lnTo>
                  <a:lnTo>
                    <a:pt x="6" y="146"/>
                  </a:lnTo>
                  <a:lnTo>
                    <a:pt x="3" y="150"/>
                  </a:lnTo>
                  <a:lnTo>
                    <a:pt x="1" y="154"/>
                  </a:lnTo>
                  <a:lnTo>
                    <a:pt x="0" y="159"/>
                  </a:lnTo>
                  <a:lnTo>
                    <a:pt x="0" y="163"/>
                  </a:lnTo>
                  <a:lnTo>
                    <a:pt x="23" y="530"/>
                  </a:lnTo>
                  <a:lnTo>
                    <a:pt x="23" y="528"/>
                  </a:lnTo>
                  <a:lnTo>
                    <a:pt x="25" y="523"/>
                  </a:lnTo>
                  <a:lnTo>
                    <a:pt x="27" y="520"/>
                  </a:lnTo>
                  <a:lnTo>
                    <a:pt x="30" y="517"/>
                  </a:lnTo>
                  <a:lnTo>
                    <a:pt x="34" y="513"/>
                  </a:lnTo>
                  <a:lnTo>
                    <a:pt x="40" y="509"/>
                  </a:lnTo>
                  <a:lnTo>
                    <a:pt x="47" y="504"/>
                  </a:lnTo>
                  <a:lnTo>
                    <a:pt x="56" y="500"/>
                  </a:lnTo>
                  <a:lnTo>
                    <a:pt x="67" y="496"/>
                  </a:lnTo>
                  <a:lnTo>
                    <a:pt x="81" y="492"/>
                  </a:lnTo>
                  <a:lnTo>
                    <a:pt x="96" y="488"/>
                  </a:lnTo>
                  <a:lnTo>
                    <a:pt x="115" y="485"/>
                  </a:lnTo>
                  <a:lnTo>
                    <a:pt x="137" y="483"/>
                  </a:lnTo>
                  <a:lnTo>
                    <a:pt x="162" y="481"/>
                  </a:lnTo>
                  <a:lnTo>
                    <a:pt x="212" y="479"/>
                  </a:lnTo>
                  <a:lnTo>
                    <a:pt x="258" y="476"/>
                  </a:lnTo>
                  <a:lnTo>
                    <a:pt x="299" y="471"/>
                  </a:lnTo>
                  <a:lnTo>
                    <a:pt x="316" y="468"/>
                  </a:lnTo>
                  <a:lnTo>
                    <a:pt x="333" y="464"/>
                  </a:lnTo>
                  <a:lnTo>
                    <a:pt x="348" y="460"/>
                  </a:lnTo>
                  <a:lnTo>
                    <a:pt x="361" y="455"/>
                  </a:lnTo>
                  <a:lnTo>
                    <a:pt x="372" y="449"/>
                  </a:lnTo>
                  <a:lnTo>
                    <a:pt x="382" y="443"/>
                  </a:lnTo>
                  <a:lnTo>
                    <a:pt x="388" y="437"/>
                  </a:lnTo>
                  <a:lnTo>
                    <a:pt x="391" y="433"/>
                  </a:lnTo>
                  <a:lnTo>
                    <a:pt x="393" y="429"/>
                  </a:lnTo>
                  <a:lnTo>
                    <a:pt x="394" y="425"/>
                  </a:lnTo>
                  <a:lnTo>
                    <a:pt x="395" y="420"/>
                  </a:lnTo>
                  <a:lnTo>
                    <a:pt x="396" y="415"/>
                  </a:lnTo>
                  <a:lnTo>
                    <a:pt x="396" y="410"/>
                  </a:lnTo>
                  <a:lnTo>
                    <a:pt x="372" y="42"/>
                  </a:lnTo>
                  <a:lnTo>
                    <a:pt x="372" y="41"/>
                  </a:lnTo>
                  <a:lnTo>
                    <a:pt x="371" y="37"/>
                  </a:lnTo>
                  <a:lnTo>
                    <a:pt x="368" y="32"/>
                  </a:lnTo>
                  <a:lnTo>
                    <a:pt x="362" y="25"/>
                  </a:lnTo>
                  <a:lnTo>
                    <a:pt x="358" y="21"/>
                  </a:lnTo>
                  <a:lnTo>
                    <a:pt x="353" y="18"/>
                  </a:lnTo>
                  <a:lnTo>
                    <a:pt x="347" y="14"/>
                  </a:lnTo>
                  <a:lnTo>
                    <a:pt x="340" y="11"/>
                  </a:lnTo>
                  <a:lnTo>
                    <a:pt x="331" y="7"/>
                  </a:lnTo>
                  <a:lnTo>
                    <a:pt x="321" y="5"/>
                  </a:lnTo>
                  <a:lnTo>
                    <a:pt x="311" y="2"/>
                  </a:lnTo>
                  <a:lnTo>
                    <a:pt x="298" y="0"/>
                  </a:lnTo>
                  <a:lnTo>
                    <a:pt x="298" y="7"/>
                  </a:lnTo>
                  <a:close/>
                </a:path>
              </a:pathLst>
            </a:custGeom>
            <a:gradFill flip="none" rotWithShape="1">
              <a:gsLst>
                <a:gs pos="61000">
                  <a:schemeClr val="bg1"/>
                </a:gs>
                <a:gs pos="23000">
                  <a:schemeClr val="bg1"/>
                </a:gs>
                <a:gs pos="0">
                  <a:schemeClr val="bg1">
                    <a:lumMod val="65000"/>
                  </a:schemeClr>
                </a:gs>
                <a:gs pos="10000">
                  <a:schemeClr val="bg1">
                    <a:lumMod val="8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grpSp>
        <p:nvGrpSpPr>
          <p:cNvPr id="74" name="그룹 73"/>
          <p:cNvGrpSpPr/>
          <p:nvPr/>
        </p:nvGrpSpPr>
        <p:grpSpPr>
          <a:xfrm>
            <a:off x="4655075" y="3521529"/>
            <a:ext cx="681038" cy="1038086"/>
            <a:chOff x="4259263" y="3359150"/>
            <a:chExt cx="628650" cy="874713"/>
          </a:xfrm>
        </p:grpSpPr>
        <p:sp>
          <p:nvSpPr>
            <p:cNvPr id="75" name="Freeform 59"/>
            <p:cNvSpPr>
              <a:spLocks/>
            </p:cNvSpPr>
            <p:nvPr/>
          </p:nvSpPr>
          <p:spPr bwMode="auto">
            <a:xfrm>
              <a:off x="4297363" y="4129088"/>
              <a:ext cx="112713" cy="104775"/>
            </a:xfrm>
            <a:custGeom>
              <a:avLst/>
              <a:gdLst>
                <a:gd name="T0" fmla="*/ 71 w 71"/>
                <a:gd name="T1" fmla="*/ 64 h 66"/>
                <a:gd name="T2" fmla="*/ 71 w 71"/>
                <a:gd name="T3" fmla="*/ 0 h 66"/>
                <a:gd name="T4" fmla="*/ 56 w 71"/>
                <a:gd name="T5" fmla="*/ 5 h 66"/>
                <a:gd name="T6" fmla="*/ 41 w 71"/>
                <a:gd name="T7" fmla="*/ 10 h 66"/>
                <a:gd name="T8" fmla="*/ 25 w 71"/>
                <a:gd name="T9" fmla="*/ 16 h 66"/>
                <a:gd name="T10" fmla="*/ 17 w 71"/>
                <a:gd name="T11" fmla="*/ 20 h 66"/>
                <a:gd name="T12" fmla="*/ 11 w 71"/>
                <a:gd name="T13" fmla="*/ 25 h 66"/>
                <a:gd name="T14" fmla="*/ 5 w 71"/>
                <a:gd name="T15" fmla="*/ 30 h 66"/>
                <a:gd name="T16" fmla="*/ 1 w 71"/>
                <a:gd name="T17" fmla="*/ 34 h 66"/>
                <a:gd name="T18" fmla="*/ 0 w 71"/>
                <a:gd name="T19" fmla="*/ 40 h 66"/>
                <a:gd name="T20" fmla="*/ 0 w 71"/>
                <a:gd name="T21" fmla="*/ 42 h 66"/>
                <a:gd name="T22" fmla="*/ 0 w 71"/>
                <a:gd name="T23" fmla="*/ 45 h 66"/>
                <a:gd name="T24" fmla="*/ 1 w 71"/>
                <a:gd name="T25" fmla="*/ 48 h 66"/>
                <a:gd name="T26" fmla="*/ 3 w 71"/>
                <a:gd name="T27" fmla="*/ 50 h 66"/>
                <a:gd name="T28" fmla="*/ 10 w 71"/>
                <a:gd name="T29" fmla="*/ 56 h 66"/>
                <a:gd name="T30" fmla="*/ 21 w 71"/>
                <a:gd name="T31" fmla="*/ 61 h 66"/>
                <a:gd name="T32" fmla="*/ 33 w 71"/>
                <a:gd name="T33" fmla="*/ 64 h 66"/>
                <a:gd name="T34" fmla="*/ 43 w 71"/>
                <a:gd name="T35" fmla="*/ 65 h 66"/>
                <a:gd name="T36" fmla="*/ 53 w 71"/>
                <a:gd name="T37" fmla="*/ 66 h 66"/>
                <a:gd name="T38" fmla="*/ 67 w 71"/>
                <a:gd name="T39" fmla="*/ 65 h 66"/>
                <a:gd name="T40" fmla="*/ 70 w 71"/>
                <a:gd name="T41" fmla="*/ 64 h 66"/>
                <a:gd name="T42" fmla="*/ 71 w 71"/>
                <a:gd name="T43" fmla="*/ 64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71" h="66">
                  <a:moveTo>
                    <a:pt x="71" y="64"/>
                  </a:moveTo>
                  <a:lnTo>
                    <a:pt x="71" y="0"/>
                  </a:lnTo>
                  <a:lnTo>
                    <a:pt x="56" y="5"/>
                  </a:lnTo>
                  <a:lnTo>
                    <a:pt x="41" y="10"/>
                  </a:lnTo>
                  <a:lnTo>
                    <a:pt x="25" y="16"/>
                  </a:lnTo>
                  <a:lnTo>
                    <a:pt x="17" y="20"/>
                  </a:lnTo>
                  <a:lnTo>
                    <a:pt x="11" y="25"/>
                  </a:lnTo>
                  <a:lnTo>
                    <a:pt x="5" y="30"/>
                  </a:lnTo>
                  <a:lnTo>
                    <a:pt x="1" y="34"/>
                  </a:lnTo>
                  <a:lnTo>
                    <a:pt x="0" y="40"/>
                  </a:lnTo>
                  <a:lnTo>
                    <a:pt x="0" y="42"/>
                  </a:lnTo>
                  <a:lnTo>
                    <a:pt x="0" y="45"/>
                  </a:lnTo>
                  <a:lnTo>
                    <a:pt x="1" y="48"/>
                  </a:lnTo>
                  <a:lnTo>
                    <a:pt x="3" y="50"/>
                  </a:lnTo>
                  <a:lnTo>
                    <a:pt x="10" y="56"/>
                  </a:lnTo>
                  <a:lnTo>
                    <a:pt x="21" y="61"/>
                  </a:lnTo>
                  <a:lnTo>
                    <a:pt x="33" y="64"/>
                  </a:lnTo>
                  <a:lnTo>
                    <a:pt x="43" y="65"/>
                  </a:lnTo>
                  <a:lnTo>
                    <a:pt x="53" y="66"/>
                  </a:lnTo>
                  <a:lnTo>
                    <a:pt x="67" y="65"/>
                  </a:lnTo>
                  <a:lnTo>
                    <a:pt x="70" y="64"/>
                  </a:lnTo>
                  <a:lnTo>
                    <a:pt x="71" y="6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tx1">
                    <a:lumMod val="85000"/>
                    <a:lumOff val="15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72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76" name="Freeform 58"/>
            <p:cNvSpPr>
              <a:spLocks/>
            </p:cNvSpPr>
            <p:nvPr/>
          </p:nvSpPr>
          <p:spPr bwMode="auto">
            <a:xfrm>
              <a:off x="4732338" y="3370263"/>
              <a:ext cx="106363" cy="144463"/>
            </a:xfrm>
            <a:custGeom>
              <a:avLst/>
              <a:gdLst>
                <a:gd name="T0" fmla="*/ 0 w 67"/>
                <a:gd name="T1" fmla="*/ 91 h 91"/>
                <a:gd name="T2" fmla="*/ 0 w 67"/>
                <a:gd name="T3" fmla="*/ 0 h 91"/>
                <a:gd name="T4" fmla="*/ 11 w 67"/>
                <a:gd name="T5" fmla="*/ 0 h 91"/>
                <a:gd name="T6" fmla="*/ 20 w 67"/>
                <a:gd name="T7" fmla="*/ 2 h 91"/>
                <a:gd name="T8" fmla="*/ 32 w 67"/>
                <a:gd name="T9" fmla="*/ 5 h 91"/>
                <a:gd name="T10" fmla="*/ 39 w 67"/>
                <a:gd name="T11" fmla="*/ 7 h 91"/>
                <a:gd name="T12" fmla="*/ 45 w 67"/>
                <a:gd name="T13" fmla="*/ 10 h 91"/>
                <a:gd name="T14" fmla="*/ 50 w 67"/>
                <a:gd name="T15" fmla="*/ 13 h 91"/>
                <a:gd name="T16" fmla="*/ 56 w 67"/>
                <a:gd name="T17" fmla="*/ 16 h 91"/>
                <a:gd name="T18" fmla="*/ 60 w 67"/>
                <a:gd name="T19" fmla="*/ 21 h 91"/>
                <a:gd name="T20" fmla="*/ 64 w 67"/>
                <a:gd name="T21" fmla="*/ 27 h 91"/>
                <a:gd name="T22" fmla="*/ 66 w 67"/>
                <a:gd name="T23" fmla="*/ 33 h 91"/>
                <a:gd name="T24" fmla="*/ 67 w 67"/>
                <a:gd name="T25" fmla="*/ 41 h 91"/>
                <a:gd name="T26" fmla="*/ 67 w 67"/>
                <a:gd name="T27" fmla="*/ 48 h 91"/>
                <a:gd name="T28" fmla="*/ 65 w 67"/>
                <a:gd name="T29" fmla="*/ 55 h 91"/>
                <a:gd name="T30" fmla="*/ 62 w 67"/>
                <a:gd name="T31" fmla="*/ 61 h 91"/>
                <a:gd name="T32" fmla="*/ 57 w 67"/>
                <a:gd name="T33" fmla="*/ 67 h 91"/>
                <a:gd name="T34" fmla="*/ 52 w 67"/>
                <a:gd name="T35" fmla="*/ 71 h 91"/>
                <a:gd name="T36" fmla="*/ 46 w 67"/>
                <a:gd name="T37" fmla="*/ 75 h 91"/>
                <a:gd name="T38" fmla="*/ 40 w 67"/>
                <a:gd name="T39" fmla="*/ 79 h 91"/>
                <a:gd name="T40" fmla="*/ 34 w 67"/>
                <a:gd name="T41" fmla="*/ 82 h 91"/>
                <a:gd name="T42" fmla="*/ 21 w 67"/>
                <a:gd name="T43" fmla="*/ 86 h 91"/>
                <a:gd name="T44" fmla="*/ 11 w 67"/>
                <a:gd name="T45" fmla="*/ 89 h 91"/>
                <a:gd name="T46" fmla="*/ 1 w 67"/>
                <a:gd name="T47" fmla="*/ 91 h 91"/>
                <a:gd name="T48" fmla="*/ 0 w 67"/>
                <a:gd name="T49" fmla="*/ 91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67" h="91">
                  <a:moveTo>
                    <a:pt x="0" y="91"/>
                  </a:moveTo>
                  <a:lnTo>
                    <a:pt x="0" y="0"/>
                  </a:lnTo>
                  <a:lnTo>
                    <a:pt x="11" y="0"/>
                  </a:lnTo>
                  <a:lnTo>
                    <a:pt x="20" y="2"/>
                  </a:lnTo>
                  <a:lnTo>
                    <a:pt x="32" y="5"/>
                  </a:lnTo>
                  <a:lnTo>
                    <a:pt x="39" y="7"/>
                  </a:lnTo>
                  <a:lnTo>
                    <a:pt x="45" y="10"/>
                  </a:lnTo>
                  <a:lnTo>
                    <a:pt x="50" y="13"/>
                  </a:lnTo>
                  <a:lnTo>
                    <a:pt x="56" y="16"/>
                  </a:lnTo>
                  <a:lnTo>
                    <a:pt x="60" y="21"/>
                  </a:lnTo>
                  <a:lnTo>
                    <a:pt x="64" y="27"/>
                  </a:lnTo>
                  <a:lnTo>
                    <a:pt x="66" y="33"/>
                  </a:lnTo>
                  <a:lnTo>
                    <a:pt x="67" y="41"/>
                  </a:lnTo>
                  <a:lnTo>
                    <a:pt x="67" y="48"/>
                  </a:lnTo>
                  <a:lnTo>
                    <a:pt x="65" y="55"/>
                  </a:lnTo>
                  <a:lnTo>
                    <a:pt x="62" y="61"/>
                  </a:lnTo>
                  <a:lnTo>
                    <a:pt x="57" y="67"/>
                  </a:lnTo>
                  <a:lnTo>
                    <a:pt x="52" y="71"/>
                  </a:lnTo>
                  <a:lnTo>
                    <a:pt x="46" y="75"/>
                  </a:lnTo>
                  <a:lnTo>
                    <a:pt x="40" y="79"/>
                  </a:lnTo>
                  <a:lnTo>
                    <a:pt x="34" y="82"/>
                  </a:lnTo>
                  <a:lnTo>
                    <a:pt x="21" y="86"/>
                  </a:lnTo>
                  <a:lnTo>
                    <a:pt x="11" y="89"/>
                  </a:lnTo>
                  <a:lnTo>
                    <a:pt x="1" y="91"/>
                  </a:lnTo>
                  <a:lnTo>
                    <a:pt x="0" y="91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tx1">
                    <a:lumMod val="85000"/>
                    <a:lumOff val="15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72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77" name="Freeform 57"/>
            <p:cNvSpPr>
              <a:spLocks/>
            </p:cNvSpPr>
            <p:nvPr/>
          </p:nvSpPr>
          <p:spPr bwMode="auto">
            <a:xfrm>
              <a:off x="4259263" y="3359150"/>
              <a:ext cx="628650" cy="841375"/>
            </a:xfrm>
            <a:custGeom>
              <a:avLst/>
              <a:gdLst>
                <a:gd name="T0" fmla="*/ 302 w 396"/>
                <a:gd name="T1" fmla="*/ 7 h 530"/>
                <a:gd name="T2" fmla="*/ 322 w 396"/>
                <a:gd name="T3" fmla="*/ 11 h 530"/>
                <a:gd name="T4" fmla="*/ 340 w 396"/>
                <a:gd name="T5" fmla="*/ 17 h 530"/>
                <a:gd name="T6" fmla="*/ 356 w 396"/>
                <a:gd name="T7" fmla="*/ 26 h 530"/>
                <a:gd name="T8" fmla="*/ 363 w 396"/>
                <a:gd name="T9" fmla="*/ 39 h 530"/>
                <a:gd name="T10" fmla="*/ 363 w 396"/>
                <a:gd name="T11" fmla="*/ 54 h 530"/>
                <a:gd name="T12" fmla="*/ 357 w 396"/>
                <a:gd name="T13" fmla="*/ 67 h 530"/>
                <a:gd name="T14" fmla="*/ 347 w 396"/>
                <a:gd name="T15" fmla="*/ 76 h 530"/>
                <a:gd name="T16" fmla="*/ 327 w 396"/>
                <a:gd name="T17" fmla="*/ 85 h 530"/>
                <a:gd name="T18" fmla="*/ 288 w 396"/>
                <a:gd name="T19" fmla="*/ 97 h 530"/>
                <a:gd name="T20" fmla="*/ 242 w 396"/>
                <a:gd name="T21" fmla="*/ 105 h 530"/>
                <a:gd name="T22" fmla="*/ 197 w 396"/>
                <a:gd name="T23" fmla="*/ 110 h 530"/>
                <a:gd name="T24" fmla="*/ 110 w 396"/>
                <a:gd name="T25" fmla="*/ 114 h 530"/>
                <a:gd name="T26" fmla="*/ 62 w 396"/>
                <a:gd name="T27" fmla="*/ 121 h 530"/>
                <a:gd name="T28" fmla="*/ 34 w 396"/>
                <a:gd name="T29" fmla="*/ 128 h 530"/>
                <a:gd name="T30" fmla="*/ 13 w 396"/>
                <a:gd name="T31" fmla="*/ 139 h 530"/>
                <a:gd name="T32" fmla="*/ 6 w 396"/>
                <a:gd name="T33" fmla="*/ 146 h 530"/>
                <a:gd name="T34" fmla="*/ 1 w 396"/>
                <a:gd name="T35" fmla="*/ 154 h 530"/>
                <a:gd name="T36" fmla="*/ 0 w 396"/>
                <a:gd name="T37" fmla="*/ 163 h 530"/>
                <a:gd name="T38" fmla="*/ 23 w 396"/>
                <a:gd name="T39" fmla="*/ 528 h 530"/>
                <a:gd name="T40" fmla="*/ 27 w 396"/>
                <a:gd name="T41" fmla="*/ 520 h 530"/>
                <a:gd name="T42" fmla="*/ 34 w 396"/>
                <a:gd name="T43" fmla="*/ 512 h 530"/>
                <a:gd name="T44" fmla="*/ 47 w 396"/>
                <a:gd name="T45" fmla="*/ 503 h 530"/>
                <a:gd name="T46" fmla="*/ 67 w 396"/>
                <a:gd name="T47" fmla="*/ 495 h 530"/>
                <a:gd name="T48" fmla="*/ 96 w 396"/>
                <a:gd name="T49" fmla="*/ 488 h 530"/>
                <a:gd name="T50" fmla="*/ 137 w 396"/>
                <a:gd name="T51" fmla="*/ 483 h 530"/>
                <a:gd name="T52" fmla="*/ 212 w 396"/>
                <a:gd name="T53" fmla="*/ 479 h 530"/>
                <a:gd name="T54" fmla="*/ 299 w 396"/>
                <a:gd name="T55" fmla="*/ 470 h 530"/>
                <a:gd name="T56" fmla="*/ 333 w 396"/>
                <a:gd name="T57" fmla="*/ 464 h 530"/>
                <a:gd name="T58" fmla="*/ 361 w 396"/>
                <a:gd name="T59" fmla="*/ 455 h 530"/>
                <a:gd name="T60" fmla="*/ 382 w 396"/>
                <a:gd name="T61" fmla="*/ 443 h 530"/>
                <a:gd name="T62" fmla="*/ 391 w 396"/>
                <a:gd name="T63" fmla="*/ 432 h 530"/>
                <a:gd name="T64" fmla="*/ 394 w 396"/>
                <a:gd name="T65" fmla="*/ 423 h 530"/>
                <a:gd name="T66" fmla="*/ 396 w 396"/>
                <a:gd name="T67" fmla="*/ 415 h 530"/>
                <a:gd name="T68" fmla="*/ 372 w 396"/>
                <a:gd name="T69" fmla="*/ 42 h 530"/>
                <a:gd name="T70" fmla="*/ 371 w 396"/>
                <a:gd name="T71" fmla="*/ 36 h 530"/>
                <a:gd name="T72" fmla="*/ 362 w 396"/>
                <a:gd name="T73" fmla="*/ 24 h 530"/>
                <a:gd name="T74" fmla="*/ 353 w 396"/>
                <a:gd name="T75" fmla="*/ 17 h 530"/>
                <a:gd name="T76" fmla="*/ 340 w 396"/>
                <a:gd name="T77" fmla="*/ 10 h 530"/>
                <a:gd name="T78" fmla="*/ 321 w 396"/>
                <a:gd name="T79" fmla="*/ 4 h 530"/>
                <a:gd name="T80" fmla="*/ 298 w 396"/>
                <a:gd name="T81" fmla="*/ 0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96" h="530">
                  <a:moveTo>
                    <a:pt x="298" y="7"/>
                  </a:moveTo>
                  <a:lnTo>
                    <a:pt x="302" y="7"/>
                  </a:lnTo>
                  <a:lnTo>
                    <a:pt x="314" y="9"/>
                  </a:lnTo>
                  <a:lnTo>
                    <a:pt x="322" y="11"/>
                  </a:lnTo>
                  <a:lnTo>
                    <a:pt x="331" y="14"/>
                  </a:lnTo>
                  <a:lnTo>
                    <a:pt x="340" y="17"/>
                  </a:lnTo>
                  <a:lnTo>
                    <a:pt x="349" y="21"/>
                  </a:lnTo>
                  <a:lnTo>
                    <a:pt x="356" y="26"/>
                  </a:lnTo>
                  <a:lnTo>
                    <a:pt x="361" y="32"/>
                  </a:lnTo>
                  <a:lnTo>
                    <a:pt x="363" y="39"/>
                  </a:lnTo>
                  <a:lnTo>
                    <a:pt x="364" y="46"/>
                  </a:lnTo>
                  <a:lnTo>
                    <a:pt x="363" y="54"/>
                  </a:lnTo>
                  <a:lnTo>
                    <a:pt x="361" y="61"/>
                  </a:lnTo>
                  <a:lnTo>
                    <a:pt x="357" y="67"/>
                  </a:lnTo>
                  <a:lnTo>
                    <a:pt x="351" y="73"/>
                  </a:lnTo>
                  <a:lnTo>
                    <a:pt x="347" y="76"/>
                  </a:lnTo>
                  <a:lnTo>
                    <a:pt x="341" y="79"/>
                  </a:lnTo>
                  <a:lnTo>
                    <a:pt x="327" y="85"/>
                  </a:lnTo>
                  <a:lnTo>
                    <a:pt x="309" y="91"/>
                  </a:lnTo>
                  <a:lnTo>
                    <a:pt x="288" y="97"/>
                  </a:lnTo>
                  <a:lnTo>
                    <a:pt x="265" y="102"/>
                  </a:lnTo>
                  <a:lnTo>
                    <a:pt x="242" y="105"/>
                  </a:lnTo>
                  <a:lnTo>
                    <a:pt x="219" y="108"/>
                  </a:lnTo>
                  <a:lnTo>
                    <a:pt x="197" y="110"/>
                  </a:lnTo>
                  <a:lnTo>
                    <a:pt x="143" y="112"/>
                  </a:lnTo>
                  <a:lnTo>
                    <a:pt x="110" y="114"/>
                  </a:lnTo>
                  <a:lnTo>
                    <a:pt x="77" y="118"/>
                  </a:lnTo>
                  <a:lnTo>
                    <a:pt x="62" y="121"/>
                  </a:lnTo>
                  <a:lnTo>
                    <a:pt x="47" y="124"/>
                  </a:lnTo>
                  <a:lnTo>
                    <a:pt x="34" y="128"/>
                  </a:lnTo>
                  <a:lnTo>
                    <a:pt x="22" y="133"/>
                  </a:lnTo>
                  <a:lnTo>
                    <a:pt x="13" y="139"/>
                  </a:lnTo>
                  <a:lnTo>
                    <a:pt x="9" y="143"/>
                  </a:lnTo>
                  <a:lnTo>
                    <a:pt x="6" y="146"/>
                  </a:lnTo>
                  <a:lnTo>
                    <a:pt x="3" y="150"/>
                  </a:lnTo>
                  <a:lnTo>
                    <a:pt x="1" y="154"/>
                  </a:lnTo>
                  <a:lnTo>
                    <a:pt x="0" y="159"/>
                  </a:lnTo>
                  <a:lnTo>
                    <a:pt x="0" y="163"/>
                  </a:lnTo>
                  <a:lnTo>
                    <a:pt x="23" y="530"/>
                  </a:lnTo>
                  <a:lnTo>
                    <a:pt x="23" y="528"/>
                  </a:lnTo>
                  <a:lnTo>
                    <a:pt x="25" y="523"/>
                  </a:lnTo>
                  <a:lnTo>
                    <a:pt x="27" y="520"/>
                  </a:lnTo>
                  <a:lnTo>
                    <a:pt x="30" y="516"/>
                  </a:lnTo>
                  <a:lnTo>
                    <a:pt x="34" y="512"/>
                  </a:lnTo>
                  <a:lnTo>
                    <a:pt x="40" y="507"/>
                  </a:lnTo>
                  <a:lnTo>
                    <a:pt x="47" y="503"/>
                  </a:lnTo>
                  <a:lnTo>
                    <a:pt x="56" y="500"/>
                  </a:lnTo>
                  <a:lnTo>
                    <a:pt x="67" y="495"/>
                  </a:lnTo>
                  <a:lnTo>
                    <a:pt x="81" y="492"/>
                  </a:lnTo>
                  <a:lnTo>
                    <a:pt x="96" y="488"/>
                  </a:lnTo>
                  <a:lnTo>
                    <a:pt x="115" y="485"/>
                  </a:lnTo>
                  <a:lnTo>
                    <a:pt x="137" y="483"/>
                  </a:lnTo>
                  <a:lnTo>
                    <a:pt x="162" y="481"/>
                  </a:lnTo>
                  <a:lnTo>
                    <a:pt x="212" y="479"/>
                  </a:lnTo>
                  <a:lnTo>
                    <a:pt x="258" y="475"/>
                  </a:lnTo>
                  <a:lnTo>
                    <a:pt x="299" y="470"/>
                  </a:lnTo>
                  <a:lnTo>
                    <a:pt x="316" y="467"/>
                  </a:lnTo>
                  <a:lnTo>
                    <a:pt x="333" y="464"/>
                  </a:lnTo>
                  <a:lnTo>
                    <a:pt x="348" y="460"/>
                  </a:lnTo>
                  <a:lnTo>
                    <a:pt x="361" y="455"/>
                  </a:lnTo>
                  <a:lnTo>
                    <a:pt x="372" y="449"/>
                  </a:lnTo>
                  <a:lnTo>
                    <a:pt x="382" y="443"/>
                  </a:lnTo>
                  <a:lnTo>
                    <a:pt x="388" y="436"/>
                  </a:lnTo>
                  <a:lnTo>
                    <a:pt x="391" y="432"/>
                  </a:lnTo>
                  <a:lnTo>
                    <a:pt x="393" y="428"/>
                  </a:lnTo>
                  <a:lnTo>
                    <a:pt x="394" y="423"/>
                  </a:lnTo>
                  <a:lnTo>
                    <a:pt x="395" y="420"/>
                  </a:lnTo>
                  <a:lnTo>
                    <a:pt x="396" y="415"/>
                  </a:lnTo>
                  <a:lnTo>
                    <a:pt x="396" y="410"/>
                  </a:lnTo>
                  <a:lnTo>
                    <a:pt x="372" y="42"/>
                  </a:lnTo>
                  <a:lnTo>
                    <a:pt x="372" y="40"/>
                  </a:lnTo>
                  <a:lnTo>
                    <a:pt x="371" y="36"/>
                  </a:lnTo>
                  <a:lnTo>
                    <a:pt x="368" y="31"/>
                  </a:lnTo>
                  <a:lnTo>
                    <a:pt x="362" y="24"/>
                  </a:lnTo>
                  <a:lnTo>
                    <a:pt x="358" y="21"/>
                  </a:lnTo>
                  <a:lnTo>
                    <a:pt x="353" y="17"/>
                  </a:lnTo>
                  <a:lnTo>
                    <a:pt x="347" y="14"/>
                  </a:lnTo>
                  <a:lnTo>
                    <a:pt x="340" y="10"/>
                  </a:lnTo>
                  <a:lnTo>
                    <a:pt x="331" y="7"/>
                  </a:lnTo>
                  <a:lnTo>
                    <a:pt x="321" y="4"/>
                  </a:lnTo>
                  <a:lnTo>
                    <a:pt x="311" y="2"/>
                  </a:lnTo>
                  <a:lnTo>
                    <a:pt x="298" y="0"/>
                  </a:lnTo>
                  <a:lnTo>
                    <a:pt x="298" y="7"/>
                  </a:lnTo>
                  <a:close/>
                </a:path>
              </a:pathLst>
            </a:custGeom>
            <a:gradFill flip="none" rotWithShape="1">
              <a:gsLst>
                <a:gs pos="61000">
                  <a:schemeClr val="bg1"/>
                </a:gs>
                <a:gs pos="23000">
                  <a:schemeClr val="bg1"/>
                </a:gs>
                <a:gs pos="0">
                  <a:schemeClr val="bg1">
                    <a:lumMod val="65000"/>
                  </a:schemeClr>
                </a:gs>
                <a:gs pos="10000">
                  <a:schemeClr val="bg1">
                    <a:lumMod val="8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grpSp>
        <p:nvGrpSpPr>
          <p:cNvPr id="78" name="그룹 77"/>
          <p:cNvGrpSpPr/>
          <p:nvPr/>
        </p:nvGrpSpPr>
        <p:grpSpPr>
          <a:xfrm>
            <a:off x="4655075" y="4635302"/>
            <a:ext cx="681038" cy="1038085"/>
            <a:chOff x="4259263" y="4271963"/>
            <a:chExt cx="628650" cy="874712"/>
          </a:xfrm>
        </p:grpSpPr>
        <p:sp>
          <p:nvSpPr>
            <p:cNvPr id="79" name="Freeform 62"/>
            <p:cNvSpPr>
              <a:spLocks/>
            </p:cNvSpPr>
            <p:nvPr/>
          </p:nvSpPr>
          <p:spPr bwMode="auto">
            <a:xfrm>
              <a:off x="4297363" y="5041900"/>
              <a:ext cx="112713" cy="104775"/>
            </a:xfrm>
            <a:custGeom>
              <a:avLst/>
              <a:gdLst>
                <a:gd name="T0" fmla="*/ 71 w 71"/>
                <a:gd name="T1" fmla="*/ 64 h 66"/>
                <a:gd name="T2" fmla="*/ 71 w 71"/>
                <a:gd name="T3" fmla="*/ 0 h 66"/>
                <a:gd name="T4" fmla="*/ 56 w 71"/>
                <a:gd name="T5" fmla="*/ 4 h 66"/>
                <a:gd name="T6" fmla="*/ 41 w 71"/>
                <a:gd name="T7" fmla="*/ 9 h 66"/>
                <a:gd name="T8" fmla="*/ 25 w 71"/>
                <a:gd name="T9" fmla="*/ 16 h 66"/>
                <a:gd name="T10" fmla="*/ 17 w 71"/>
                <a:gd name="T11" fmla="*/ 20 h 66"/>
                <a:gd name="T12" fmla="*/ 11 w 71"/>
                <a:gd name="T13" fmla="*/ 25 h 66"/>
                <a:gd name="T14" fmla="*/ 5 w 71"/>
                <a:gd name="T15" fmla="*/ 29 h 66"/>
                <a:gd name="T16" fmla="*/ 1 w 71"/>
                <a:gd name="T17" fmla="*/ 34 h 66"/>
                <a:gd name="T18" fmla="*/ 0 w 71"/>
                <a:gd name="T19" fmla="*/ 39 h 66"/>
                <a:gd name="T20" fmla="*/ 0 w 71"/>
                <a:gd name="T21" fmla="*/ 42 h 66"/>
                <a:gd name="T22" fmla="*/ 0 w 71"/>
                <a:gd name="T23" fmla="*/ 45 h 66"/>
                <a:gd name="T24" fmla="*/ 1 w 71"/>
                <a:gd name="T25" fmla="*/ 47 h 66"/>
                <a:gd name="T26" fmla="*/ 3 w 71"/>
                <a:gd name="T27" fmla="*/ 50 h 66"/>
                <a:gd name="T28" fmla="*/ 10 w 71"/>
                <a:gd name="T29" fmla="*/ 56 h 66"/>
                <a:gd name="T30" fmla="*/ 21 w 71"/>
                <a:gd name="T31" fmla="*/ 60 h 66"/>
                <a:gd name="T32" fmla="*/ 33 w 71"/>
                <a:gd name="T33" fmla="*/ 64 h 66"/>
                <a:gd name="T34" fmla="*/ 43 w 71"/>
                <a:gd name="T35" fmla="*/ 65 h 66"/>
                <a:gd name="T36" fmla="*/ 53 w 71"/>
                <a:gd name="T37" fmla="*/ 66 h 66"/>
                <a:gd name="T38" fmla="*/ 67 w 71"/>
                <a:gd name="T39" fmla="*/ 65 h 66"/>
                <a:gd name="T40" fmla="*/ 70 w 71"/>
                <a:gd name="T41" fmla="*/ 64 h 66"/>
                <a:gd name="T42" fmla="*/ 71 w 71"/>
                <a:gd name="T43" fmla="*/ 64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71" h="66">
                  <a:moveTo>
                    <a:pt x="71" y="64"/>
                  </a:moveTo>
                  <a:lnTo>
                    <a:pt x="71" y="0"/>
                  </a:lnTo>
                  <a:lnTo>
                    <a:pt x="56" y="4"/>
                  </a:lnTo>
                  <a:lnTo>
                    <a:pt x="41" y="9"/>
                  </a:lnTo>
                  <a:lnTo>
                    <a:pt x="25" y="16"/>
                  </a:lnTo>
                  <a:lnTo>
                    <a:pt x="17" y="20"/>
                  </a:lnTo>
                  <a:lnTo>
                    <a:pt x="11" y="25"/>
                  </a:lnTo>
                  <a:lnTo>
                    <a:pt x="5" y="29"/>
                  </a:lnTo>
                  <a:lnTo>
                    <a:pt x="1" y="34"/>
                  </a:lnTo>
                  <a:lnTo>
                    <a:pt x="0" y="39"/>
                  </a:lnTo>
                  <a:lnTo>
                    <a:pt x="0" y="42"/>
                  </a:lnTo>
                  <a:lnTo>
                    <a:pt x="0" y="45"/>
                  </a:lnTo>
                  <a:lnTo>
                    <a:pt x="1" y="47"/>
                  </a:lnTo>
                  <a:lnTo>
                    <a:pt x="3" y="50"/>
                  </a:lnTo>
                  <a:lnTo>
                    <a:pt x="10" y="56"/>
                  </a:lnTo>
                  <a:lnTo>
                    <a:pt x="21" y="60"/>
                  </a:lnTo>
                  <a:lnTo>
                    <a:pt x="33" y="64"/>
                  </a:lnTo>
                  <a:lnTo>
                    <a:pt x="43" y="65"/>
                  </a:lnTo>
                  <a:lnTo>
                    <a:pt x="53" y="66"/>
                  </a:lnTo>
                  <a:lnTo>
                    <a:pt x="67" y="65"/>
                  </a:lnTo>
                  <a:lnTo>
                    <a:pt x="70" y="64"/>
                  </a:lnTo>
                  <a:lnTo>
                    <a:pt x="71" y="6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tx1">
                    <a:lumMod val="85000"/>
                    <a:lumOff val="15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72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80" name="Freeform 61"/>
            <p:cNvSpPr>
              <a:spLocks/>
            </p:cNvSpPr>
            <p:nvPr/>
          </p:nvSpPr>
          <p:spPr bwMode="auto">
            <a:xfrm>
              <a:off x="4732338" y="4281488"/>
              <a:ext cx="106363" cy="144463"/>
            </a:xfrm>
            <a:custGeom>
              <a:avLst/>
              <a:gdLst>
                <a:gd name="T0" fmla="*/ 0 w 67"/>
                <a:gd name="T1" fmla="*/ 91 h 91"/>
                <a:gd name="T2" fmla="*/ 0 w 67"/>
                <a:gd name="T3" fmla="*/ 0 h 91"/>
                <a:gd name="T4" fmla="*/ 11 w 67"/>
                <a:gd name="T5" fmla="*/ 0 h 91"/>
                <a:gd name="T6" fmla="*/ 20 w 67"/>
                <a:gd name="T7" fmla="*/ 2 h 91"/>
                <a:gd name="T8" fmla="*/ 32 w 67"/>
                <a:gd name="T9" fmla="*/ 5 h 91"/>
                <a:gd name="T10" fmla="*/ 39 w 67"/>
                <a:gd name="T11" fmla="*/ 7 h 91"/>
                <a:gd name="T12" fmla="*/ 45 w 67"/>
                <a:gd name="T13" fmla="*/ 10 h 91"/>
                <a:gd name="T14" fmla="*/ 50 w 67"/>
                <a:gd name="T15" fmla="*/ 13 h 91"/>
                <a:gd name="T16" fmla="*/ 56 w 67"/>
                <a:gd name="T17" fmla="*/ 17 h 91"/>
                <a:gd name="T18" fmla="*/ 60 w 67"/>
                <a:gd name="T19" fmla="*/ 22 h 91"/>
                <a:gd name="T20" fmla="*/ 64 w 67"/>
                <a:gd name="T21" fmla="*/ 28 h 91"/>
                <a:gd name="T22" fmla="*/ 66 w 67"/>
                <a:gd name="T23" fmla="*/ 34 h 91"/>
                <a:gd name="T24" fmla="*/ 67 w 67"/>
                <a:gd name="T25" fmla="*/ 42 h 91"/>
                <a:gd name="T26" fmla="*/ 67 w 67"/>
                <a:gd name="T27" fmla="*/ 49 h 91"/>
                <a:gd name="T28" fmla="*/ 65 w 67"/>
                <a:gd name="T29" fmla="*/ 56 h 91"/>
                <a:gd name="T30" fmla="*/ 62 w 67"/>
                <a:gd name="T31" fmla="*/ 62 h 91"/>
                <a:gd name="T32" fmla="*/ 57 w 67"/>
                <a:gd name="T33" fmla="*/ 67 h 91"/>
                <a:gd name="T34" fmla="*/ 52 w 67"/>
                <a:gd name="T35" fmla="*/ 72 h 91"/>
                <a:gd name="T36" fmla="*/ 46 w 67"/>
                <a:gd name="T37" fmla="*/ 76 h 91"/>
                <a:gd name="T38" fmla="*/ 40 w 67"/>
                <a:gd name="T39" fmla="*/ 80 h 91"/>
                <a:gd name="T40" fmla="*/ 34 w 67"/>
                <a:gd name="T41" fmla="*/ 82 h 91"/>
                <a:gd name="T42" fmla="*/ 21 w 67"/>
                <a:gd name="T43" fmla="*/ 86 h 91"/>
                <a:gd name="T44" fmla="*/ 11 w 67"/>
                <a:gd name="T45" fmla="*/ 89 h 91"/>
                <a:gd name="T46" fmla="*/ 1 w 67"/>
                <a:gd name="T47" fmla="*/ 91 h 91"/>
                <a:gd name="T48" fmla="*/ 0 w 67"/>
                <a:gd name="T49" fmla="*/ 91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67" h="91">
                  <a:moveTo>
                    <a:pt x="0" y="91"/>
                  </a:moveTo>
                  <a:lnTo>
                    <a:pt x="0" y="0"/>
                  </a:lnTo>
                  <a:lnTo>
                    <a:pt x="11" y="0"/>
                  </a:lnTo>
                  <a:lnTo>
                    <a:pt x="20" y="2"/>
                  </a:lnTo>
                  <a:lnTo>
                    <a:pt x="32" y="5"/>
                  </a:lnTo>
                  <a:lnTo>
                    <a:pt x="39" y="7"/>
                  </a:lnTo>
                  <a:lnTo>
                    <a:pt x="45" y="10"/>
                  </a:lnTo>
                  <a:lnTo>
                    <a:pt x="50" y="13"/>
                  </a:lnTo>
                  <a:lnTo>
                    <a:pt x="56" y="17"/>
                  </a:lnTo>
                  <a:lnTo>
                    <a:pt x="60" y="22"/>
                  </a:lnTo>
                  <a:lnTo>
                    <a:pt x="64" y="28"/>
                  </a:lnTo>
                  <a:lnTo>
                    <a:pt x="66" y="34"/>
                  </a:lnTo>
                  <a:lnTo>
                    <a:pt x="67" y="42"/>
                  </a:lnTo>
                  <a:lnTo>
                    <a:pt x="67" y="49"/>
                  </a:lnTo>
                  <a:lnTo>
                    <a:pt x="65" y="56"/>
                  </a:lnTo>
                  <a:lnTo>
                    <a:pt x="62" y="62"/>
                  </a:lnTo>
                  <a:lnTo>
                    <a:pt x="57" y="67"/>
                  </a:lnTo>
                  <a:lnTo>
                    <a:pt x="52" y="72"/>
                  </a:lnTo>
                  <a:lnTo>
                    <a:pt x="46" y="76"/>
                  </a:lnTo>
                  <a:lnTo>
                    <a:pt x="40" y="80"/>
                  </a:lnTo>
                  <a:lnTo>
                    <a:pt x="34" y="82"/>
                  </a:lnTo>
                  <a:lnTo>
                    <a:pt x="21" y="86"/>
                  </a:lnTo>
                  <a:lnTo>
                    <a:pt x="11" y="89"/>
                  </a:lnTo>
                  <a:lnTo>
                    <a:pt x="1" y="91"/>
                  </a:lnTo>
                  <a:lnTo>
                    <a:pt x="0" y="91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tx1">
                    <a:lumMod val="85000"/>
                    <a:lumOff val="15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72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81" name="Freeform 60"/>
            <p:cNvSpPr>
              <a:spLocks/>
            </p:cNvSpPr>
            <p:nvPr/>
          </p:nvSpPr>
          <p:spPr bwMode="auto">
            <a:xfrm>
              <a:off x="4259263" y="4271963"/>
              <a:ext cx="628650" cy="841375"/>
            </a:xfrm>
            <a:custGeom>
              <a:avLst/>
              <a:gdLst>
                <a:gd name="T0" fmla="*/ 302 w 396"/>
                <a:gd name="T1" fmla="*/ 6 h 530"/>
                <a:gd name="T2" fmla="*/ 322 w 396"/>
                <a:gd name="T3" fmla="*/ 10 h 530"/>
                <a:gd name="T4" fmla="*/ 340 w 396"/>
                <a:gd name="T5" fmla="*/ 16 h 530"/>
                <a:gd name="T6" fmla="*/ 356 w 396"/>
                <a:gd name="T7" fmla="*/ 26 h 530"/>
                <a:gd name="T8" fmla="*/ 363 w 396"/>
                <a:gd name="T9" fmla="*/ 39 h 530"/>
                <a:gd name="T10" fmla="*/ 363 w 396"/>
                <a:gd name="T11" fmla="*/ 54 h 530"/>
                <a:gd name="T12" fmla="*/ 357 w 396"/>
                <a:gd name="T13" fmla="*/ 67 h 530"/>
                <a:gd name="T14" fmla="*/ 347 w 396"/>
                <a:gd name="T15" fmla="*/ 76 h 530"/>
                <a:gd name="T16" fmla="*/ 327 w 396"/>
                <a:gd name="T17" fmla="*/ 85 h 530"/>
                <a:gd name="T18" fmla="*/ 288 w 396"/>
                <a:gd name="T19" fmla="*/ 96 h 530"/>
                <a:gd name="T20" fmla="*/ 242 w 396"/>
                <a:gd name="T21" fmla="*/ 105 h 530"/>
                <a:gd name="T22" fmla="*/ 197 w 396"/>
                <a:gd name="T23" fmla="*/ 110 h 530"/>
                <a:gd name="T24" fmla="*/ 110 w 396"/>
                <a:gd name="T25" fmla="*/ 114 h 530"/>
                <a:gd name="T26" fmla="*/ 62 w 396"/>
                <a:gd name="T27" fmla="*/ 121 h 530"/>
                <a:gd name="T28" fmla="*/ 34 w 396"/>
                <a:gd name="T29" fmla="*/ 128 h 530"/>
                <a:gd name="T30" fmla="*/ 13 w 396"/>
                <a:gd name="T31" fmla="*/ 139 h 530"/>
                <a:gd name="T32" fmla="*/ 6 w 396"/>
                <a:gd name="T33" fmla="*/ 146 h 530"/>
                <a:gd name="T34" fmla="*/ 1 w 396"/>
                <a:gd name="T35" fmla="*/ 154 h 530"/>
                <a:gd name="T36" fmla="*/ 0 w 396"/>
                <a:gd name="T37" fmla="*/ 163 h 530"/>
                <a:gd name="T38" fmla="*/ 23 w 396"/>
                <a:gd name="T39" fmla="*/ 528 h 530"/>
                <a:gd name="T40" fmla="*/ 27 w 396"/>
                <a:gd name="T41" fmla="*/ 520 h 530"/>
                <a:gd name="T42" fmla="*/ 34 w 396"/>
                <a:gd name="T43" fmla="*/ 512 h 530"/>
                <a:gd name="T44" fmla="*/ 47 w 396"/>
                <a:gd name="T45" fmla="*/ 503 h 530"/>
                <a:gd name="T46" fmla="*/ 67 w 396"/>
                <a:gd name="T47" fmla="*/ 494 h 530"/>
                <a:gd name="T48" fmla="*/ 96 w 396"/>
                <a:gd name="T49" fmla="*/ 487 h 530"/>
                <a:gd name="T50" fmla="*/ 137 w 396"/>
                <a:gd name="T51" fmla="*/ 483 h 530"/>
                <a:gd name="T52" fmla="*/ 212 w 396"/>
                <a:gd name="T53" fmla="*/ 479 h 530"/>
                <a:gd name="T54" fmla="*/ 299 w 396"/>
                <a:gd name="T55" fmla="*/ 470 h 530"/>
                <a:gd name="T56" fmla="*/ 333 w 396"/>
                <a:gd name="T57" fmla="*/ 464 h 530"/>
                <a:gd name="T58" fmla="*/ 361 w 396"/>
                <a:gd name="T59" fmla="*/ 454 h 530"/>
                <a:gd name="T60" fmla="*/ 382 w 396"/>
                <a:gd name="T61" fmla="*/ 443 h 530"/>
                <a:gd name="T62" fmla="*/ 391 w 396"/>
                <a:gd name="T63" fmla="*/ 432 h 530"/>
                <a:gd name="T64" fmla="*/ 394 w 396"/>
                <a:gd name="T65" fmla="*/ 423 h 530"/>
                <a:gd name="T66" fmla="*/ 396 w 396"/>
                <a:gd name="T67" fmla="*/ 414 h 530"/>
                <a:gd name="T68" fmla="*/ 372 w 396"/>
                <a:gd name="T69" fmla="*/ 42 h 530"/>
                <a:gd name="T70" fmla="*/ 371 w 396"/>
                <a:gd name="T71" fmla="*/ 36 h 530"/>
                <a:gd name="T72" fmla="*/ 362 w 396"/>
                <a:gd name="T73" fmla="*/ 23 h 530"/>
                <a:gd name="T74" fmla="*/ 353 w 396"/>
                <a:gd name="T75" fmla="*/ 16 h 530"/>
                <a:gd name="T76" fmla="*/ 340 w 396"/>
                <a:gd name="T77" fmla="*/ 9 h 530"/>
                <a:gd name="T78" fmla="*/ 321 w 396"/>
                <a:gd name="T79" fmla="*/ 4 h 530"/>
                <a:gd name="T80" fmla="*/ 298 w 396"/>
                <a:gd name="T81" fmla="*/ 0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96" h="530">
                  <a:moveTo>
                    <a:pt x="298" y="6"/>
                  </a:moveTo>
                  <a:lnTo>
                    <a:pt x="302" y="6"/>
                  </a:lnTo>
                  <a:lnTo>
                    <a:pt x="314" y="8"/>
                  </a:lnTo>
                  <a:lnTo>
                    <a:pt x="322" y="10"/>
                  </a:lnTo>
                  <a:lnTo>
                    <a:pt x="331" y="12"/>
                  </a:lnTo>
                  <a:lnTo>
                    <a:pt x="340" y="16"/>
                  </a:lnTo>
                  <a:lnTo>
                    <a:pt x="349" y="20"/>
                  </a:lnTo>
                  <a:lnTo>
                    <a:pt x="356" y="26"/>
                  </a:lnTo>
                  <a:lnTo>
                    <a:pt x="361" y="32"/>
                  </a:lnTo>
                  <a:lnTo>
                    <a:pt x="363" y="39"/>
                  </a:lnTo>
                  <a:lnTo>
                    <a:pt x="364" y="46"/>
                  </a:lnTo>
                  <a:lnTo>
                    <a:pt x="363" y="54"/>
                  </a:lnTo>
                  <a:lnTo>
                    <a:pt x="361" y="61"/>
                  </a:lnTo>
                  <a:lnTo>
                    <a:pt x="357" y="67"/>
                  </a:lnTo>
                  <a:lnTo>
                    <a:pt x="351" y="73"/>
                  </a:lnTo>
                  <a:lnTo>
                    <a:pt x="347" y="76"/>
                  </a:lnTo>
                  <a:lnTo>
                    <a:pt x="341" y="79"/>
                  </a:lnTo>
                  <a:lnTo>
                    <a:pt x="327" y="85"/>
                  </a:lnTo>
                  <a:lnTo>
                    <a:pt x="309" y="90"/>
                  </a:lnTo>
                  <a:lnTo>
                    <a:pt x="288" y="96"/>
                  </a:lnTo>
                  <a:lnTo>
                    <a:pt x="265" y="100"/>
                  </a:lnTo>
                  <a:lnTo>
                    <a:pt x="242" y="105"/>
                  </a:lnTo>
                  <a:lnTo>
                    <a:pt x="219" y="108"/>
                  </a:lnTo>
                  <a:lnTo>
                    <a:pt x="197" y="110"/>
                  </a:lnTo>
                  <a:lnTo>
                    <a:pt x="143" y="112"/>
                  </a:lnTo>
                  <a:lnTo>
                    <a:pt x="110" y="114"/>
                  </a:lnTo>
                  <a:lnTo>
                    <a:pt x="77" y="118"/>
                  </a:lnTo>
                  <a:lnTo>
                    <a:pt x="62" y="121"/>
                  </a:lnTo>
                  <a:lnTo>
                    <a:pt x="47" y="124"/>
                  </a:lnTo>
                  <a:lnTo>
                    <a:pt x="34" y="128"/>
                  </a:lnTo>
                  <a:lnTo>
                    <a:pt x="22" y="133"/>
                  </a:lnTo>
                  <a:lnTo>
                    <a:pt x="13" y="139"/>
                  </a:lnTo>
                  <a:lnTo>
                    <a:pt x="9" y="142"/>
                  </a:lnTo>
                  <a:lnTo>
                    <a:pt x="6" y="146"/>
                  </a:lnTo>
                  <a:lnTo>
                    <a:pt x="3" y="150"/>
                  </a:lnTo>
                  <a:lnTo>
                    <a:pt x="1" y="154"/>
                  </a:lnTo>
                  <a:lnTo>
                    <a:pt x="0" y="158"/>
                  </a:lnTo>
                  <a:lnTo>
                    <a:pt x="0" y="163"/>
                  </a:lnTo>
                  <a:lnTo>
                    <a:pt x="23" y="530"/>
                  </a:lnTo>
                  <a:lnTo>
                    <a:pt x="23" y="528"/>
                  </a:lnTo>
                  <a:lnTo>
                    <a:pt x="25" y="523"/>
                  </a:lnTo>
                  <a:lnTo>
                    <a:pt x="27" y="520"/>
                  </a:lnTo>
                  <a:lnTo>
                    <a:pt x="30" y="516"/>
                  </a:lnTo>
                  <a:lnTo>
                    <a:pt x="34" y="512"/>
                  </a:lnTo>
                  <a:lnTo>
                    <a:pt x="40" y="507"/>
                  </a:lnTo>
                  <a:lnTo>
                    <a:pt x="47" y="503"/>
                  </a:lnTo>
                  <a:lnTo>
                    <a:pt x="56" y="498"/>
                  </a:lnTo>
                  <a:lnTo>
                    <a:pt x="67" y="494"/>
                  </a:lnTo>
                  <a:lnTo>
                    <a:pt x="81" y="490"/>
                  </a:lnTo>
                  <a:lnTo>
                    <a:pt x="96" y="487"/>
                  </a:lnTo>
                  <a:lnTo>
                    <a:pt x="115" y="485"/>
                  </a:lnTo>
                  <a:lnTo>
                    <a:pt x="137" y="483"/>
                  </a:lnTo>
                  <a:lnTo>
                    <a:pt x="162" y="481"/>
                  </a:lnTo>
                  <a:lnTo>
                    <a:pt x="212" y="479"/>
                  </a:lnTo>
                  <a:lnTo>
                    <a:pt x="258" y="475"/>
                  </a:lnTo>
                  <a:lnTo>
                    <a:pt x="299" y="470"/>
                  </a:lnTo>
                  <a:lnTo>
                    <a:pt x="316" y="467"/>
                  </a:lnTo>
                  <a:lnTo>
                    <a:pt x="333" y="464"/>
                  </a:lnTo>
                  <a:lnTo>
                    <a:pt x="348" y="459"/>
                  </a:lnTo>
                  <a:lnTo>
                    <a:pt x="361" y="454"/>
                  </a:lnTo>
                  <a:lnTo>
                    <a:pt x="372" y="449"/>
                  </a:lnTo>
                  <a:lnTo>
                    <a:pt x="382" y="443"/>
                  </a:lnTo>
                  <a:lnTo>
                    <a:pt x="388" y="435"/>
                  </a:lnTo>
                  <a:lnTo>
                    <a:pt x="391" y="432"/>
                  </a:lnTo>
                  <a:lnTo>
                    <a:pt x="393" y="427"/>
                  </a:lnTo>
                  <a:lnTo>
                    <a:pt x="394" y="423"/>
                  </a:lnTo>
                  <a:lnTo>
                    <a:pt x="395" y="419"/>
                  </a:lnTo>
                  <a:lnTo>
                    <a:pt x="396" y="414"/>
                  </a:lnTo>
                  <a:lnTo>
                    <a:pt x="396" y="409"/>
                  </a:lnTo>
                  <a:lnTo>
                    <a:pt x="372" y="42"/>
                  </a:lnTo>
                  <a:lnTo>
                    <a:pt x="372" y="40"/>
                  </a:lnTo>
                  <a:lnTo>
                    <a:pt x="371" y="36"/>
                  </a:lnTo>
                  <a:lnTo>
                    <a:pt x="368" y="30"/>
                  </a:lnTo>
                  <a:lnTo>
                    <a:pt x="362" y="23"/>
                  </a:lnTo>
                  <a:lnTo>
                    <a:pt x="358" y="20"/>
                  </a:lnTo>
                  <a:lnTo>
                    <a:pt x="353" y="16"/>
                  </a:lnTo>
                  <a:lnTo>
                    <a:pt x="347" y="12"/>
                  </a:lnTo>
                  <a:lnTo>
                    <a:pt x="340" y="9"/>
                  </a:lnTo>
                  <a:lnTo>
                    <a:pt x="331" y="6"/>
                  </a:lnTo>
                  <a:lnTo>
                    <a:pt x="321" y="4"/>
                  </a:lnTo>
                  <a:lnTo>
                    <a:pt x="311" y="2"/>
                  </a:lnTo>
                  <a:lnTo>
                    <a:pt x="298" y="0"/>
                  </a:lnTo>
                  <a:lnTo>
                    <a:pt x="298" y="6"/>
                  </a:lnTo>
                  <a:close/>
                </a:path>
              </a:pathLst>
            </a:custGeom>
            <a:gradFill flip="none" rotWithShape="1">
              <a:gsLst>
                <a:gs pos="61000">
                  <a:schemeClr val="bg1"/>
                </a:gs>
                <a:gs pos="23000">
                  <a:schemeClr val="bg1"/>
                </a:gs>
                <a:gs pos="0">
                  <a:schemeClr val="bg1">
                    <a:lumMod val="65000"/>
                  </a:schemeClr>
                </a:gs>
                <a:gs pos="10000">
                  <a:schemeClr val="bg1">
                    <a:lumMod val="8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sp>
        <p:nvSpPr>
          <p:cNvPr id="112" name="직사각형 111"/>
          <p:cNvSpPr/>
          <p:nvPr/>
        </p:nvSpPr>
        <p:spPr>
          <a:xfrm>
            <a:off x="1402896" y="2557399"/>
            <a:ext cx="240642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ko-KR" sz="2800" b="1" dirty="0"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01</a:t>
            </a:r>
            <a:r>
              <a:rPr lang="en-US" altLang="ko-KR" sz="2400" dirty="0"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  </a:t>
            </a:r>
            <a:r>
              <a:rPr lang="ko-KR" altLang="en-US" sz="1600" dirty="0"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개인재산으로 상환 </a:t>
            </a:r>
            <a:endParaRPr lang="en-US" altLang="ko-KR" sz="1600" dirty="0">
              <a:solidFill>
                <a:prstClr val="black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13" name="직사각형 112"/>
          <p:cNvSpPr/>
          <p:nvPr/>
        </p:nvSpPr>
        <p:spPr>
          <a:xfrm>
            <a:off x="1402896" y="3602598"/>
            <a:ext cx="236154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ko-KR" sz="2800" b="1" dirty="0"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03</a:t>
            </a:r>
            <a:r>
              <a:rPr lang="en-US" altLang="ko-KR" sz="2400" dirty="0"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  </a:t>
            </a:r>
            <a:r>
              <a:rPr lang="ko-KR" altLang="en-US" sz="2000" dirty="0">
                <a:solidFill>
                  <a:srgbClr val="013D79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배당금</a:t>
            </a:r>
            <a:r>
              <a:rPr lang="ko-KR" altLang="en-US" sz="1600" dirty="0"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으로 상환 </a:t>
            </a:r>
            <a:endParaRPr lang="en-US" altLang="ko-KR" sz="1600" dirty="0">
              <a:solidFill>
                <a:prstClr val="black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14" name="직사각형 113"/>
          <p:cNvSpPr/>
          <p:nvPr/>
        </p:nvSpPr>
        <p:spPr>
          <a:xfrm>
            <a:off x="5429067" y="3864208"/>
            <a:ext cx="22333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ko-KR" sz="2800" dirty="0"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04</a:t>
            </a:r>
            <a:r>
              <a:rPr lang="en-US" altLang="ko-KR" sz="2400" dirty="0"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  </a:t>
            </a:r>
            <a:r>
              <a:rPr lang="ko-KR" altLang="en-US" sz="1600" dirty="0"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퇴직금으로 상환 </a:t>
            </a:r>
            <a:endParaRPr lang="en-US" altLang="ko-KR" sz="1600" dirty="0">
              <a:solidFill>
                <a:prstClr val="black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15" name="직사각형 114"/>
          <p:cNvSpPr/>
          <p:nvPr/>
        </p:nvSpPr>
        <p:spPr>
          <a:xfrm>
            <a:off x="1402896" y="4768730"/>
            <a:ext cx="302999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ko-KR" sz="28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05</a:t>
            </a:r>
            <a:r>
              <a:rPr lang="en-US" altLang="ko-KR" sz="24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  </a:t>
            </a:r>
            <a:r>
              <a:rPr lang="ko-KR" altLang="en-US" sz="2000" dirty="0">
                <a:solidFill>
                  <a:srgbClr val="013D79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자기주식취득</a:t>
            </a:r>
            <a:r>
              <a:rPr lang="ko-KR" altLang="en-US" sz="1600" dirty="0"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으로 상환 </a:t>
            </a:r>
            <a:endParaRPr lang="en-US" altLang="ko-KR" sz="1600" dirty="0">
              <a:solidFill>
                <a:prstClr val="black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16" name="직사각형 115"/>
          <p:cNvSpPr/>
          <p:nvPr/>
        </p:nvSpPr>
        <p:spPr>
          <a:xfrm>
            <a:off x="5424604" y="2837071"/>
            <a:ext cx="26837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ko-KR" sz="2800" dirty="0"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02</a:t>
            </a:r>
            <a:r>
              <a:rPr lang="en-US" altLang="ko-KR" sz="2400" dirty="0"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  </a:t>
            </a:r>
            <a:r>
              <a:rPr lang="ko-KR" altLang="en-US" sz="1600" dirty="0"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급여</a:t>
            </a:r>
            <a:r>
              <a:rPr lang="en-US" altLang="ko-KR" sz="1600" dirty="0"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/</a:t>
            </a:r>
            <a:r>
              <a:rPr lang="ko-KR" altLang="en-US" sz="1600" dirty="0"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상여금으로 상환 </a:t>
            </a:r>
            <a:endParaRPr lang="en-US" altLang="ko-KR" sz="1600" dirty="0">
              <a:solidFill>
                <a:prstClr val="black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17" name="직사각형 116"/>
          <p:cNvSpPr/>
          <p:nvPr/>
        </p:nvSpPr>
        <p:spPr>
          <a:xfrm>
            <a:off x="5429067" y="4994291"/>
            <a:ext cx="465719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ko-KR" sz="2800" dirty="0"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06</a:t>
            </a:r>
            <a:r>
              <a:rPr lang="en-US" altLang="ko-KR" sz="2400" dirty="0"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  </a:t>
            </a:r>
            <a:r>
              <a:rPr lang="ko-KR" altLang="en-US" sz="2000" dirty="0">
                <a:solidFill>
                  <a:srgbClr val="013D79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특허권</a:t>
            </a:r>
            <a:r>
              <a:rPr lang="ko-KR" altLang="en-US" sz="1600" dirty="0"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을 활용하여 상환 </a:t>
            </a:r>
            <a:endParaRPr lang="en-US" altLang="ko-KR" sz="1600" dirty="0">
              <a:solidFill>
                <a:prstClr val="black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pic>
        <p:nvPicPr>
          <p:cNvPr id="120" name="그림 119" descr="1-6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498423" y="1426253"/>
            <a:ext cx="1140085" cy="119028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35" name="직사각형 34"/>
          <p:cNvSpPr/>
          <p:nvPr/>
        </p:nvSpPr>
        <p:spPr>
          <a:xfrm>
            <a:off x="786008" y="1282160"/>
            <a:ext cx="80648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“</a:t>
            </a:r>
            <a:r>
              <a:rPr lang="en-US" altLang="ko-KR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”</a:t>
            </a:r>
            <a:endParaRPr lang="ko-KR" altLang="en-US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795530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자기주식취득으로 상환</a:t>
            </a:r>
            <a:r>
              <a:rPr lang="en-US" altLang="ko-KR" dirty="0"/>
              <a:t>_ </a:t>
            </a:r>
            <a:r>
              <a:rPr lang="ko-KR" altLang="en-US" sz="2000" dirty="0"/>
              <a:t>자기주식취득이란 </a:t>
            </a:r>
            <a:endParaRPr lang="ko-KR" altLang="en-US" sz="18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86" t="40172" r="18649" b="8354"/>
          <a:stretch/>
        </p:blipFill>
        <p:spPr bwMode="auto">
          <a:xfrm>
            <a:off x="761613" y="3168101"/>
            <a:ext cx="8229606" cy="29718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직사각형 4"/>
          <p:cNvSpPr/>
          <p:nvPr/>
        </p:nvSpPr>
        <p:spPr>
          <a:xfrm>
            <a:off x="1591301" y="1557839"/>
            <a:ext cx="6679096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2800" dirty="0">
                <a:solidFill>
                  <a:schemeClr val="accent6">
                    <a:lumMod val="7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“</a:t>
            </a:r>
            <a:r>
              <a:rPr lang="ko-KR" altLang="en-US" sz="2800" dirty="0">
                <a:solidFill>
                  <a:schemeClr val="accent6">
                    <a:lumMod val="7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자기주식취득</a:t>
            </a:r>
            <a:r>
              <a:rPr lang="en-US" altLang="ko-KR" sz="2800" dirty="0">
                <a:solidFill>
                  <a:schemeClr val="accent6">
                    <a:lumMod val="7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”</a:t>
            </a:r>
            <a:r>
              <a:rPr lang="ko-KR" altLang="en-US" sz="16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이란 회사가 이미 발행한 주식을 </a:t>
            </a:r>
            <a:endParaRPr lang="en-US" altLang="ko-KR" sz="16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ctr">
              <a:lnSpc>
                <a:spcPct val="130000"/>
              </a:lnSpc>
            </a:pPr>
            <a:r>
              <a:rPr lang="ko-KR" altLang="en-US" sz="16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주주로부터 매입하거나 증여에 의해 </a:t>
            </a:r>
            <a:r>
              <a:rPr lang="ko-KR" altLang="en-US" sz="1600" dirty="0" err="1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재취득하여</a:t>
            </a:r>
            <a:r>
              <a:rPr lang="ko-KR" altLang="en-US" sz="16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보유하는 것을 말합니다</a:t>
            </a:r>
            <a:r>
              <a:rPr lang="en-US" altLang="ko-KR" sz="16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</a:p>
          <a:p>
            <a:pPr algn="ctr">
              <a:lnSpc>
                <a:spcPct val="130000"/>
              </a:lnSpc>
            </a:pPr>
            <a:r>
              <a:rPr lang="ko-KR" altLang="en-US" sz="16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이때 회사는 취득 </a:t>
            </a:r>
            <a:r>
              <a:rPr lang="ko-KR" altLang="en-US" sz="1600" dirty="0" err="1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지분율에</a:t>
            </a:r>
            <a:r>
              <a:rPr lang="ko-KR" altLang="en-US" sz="16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해당하는 대가</a:t>
            </a:r>
            <a:r>
              <a:rPr lang="en-US" altLang="ko-KR" sz="16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sz="16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시가</a:t>
            </a:r>
            <a:r>
              <a:rPr lang="en-US" altLang="ko-KR" sz="16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</a:t>
            </a:r>
            <a:r>
              <a:rPr lang="ko-KR" altLang="en-US" sz="16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를 주주에게 지급하게 됩니다</a:t>
            </a:r>
            <a:r>
              <a:rPr lang="en-US" altLang="ko-KR" sz="16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endParaRPr lang="ko-KR" altLang="en-US" sz="16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6" name="양쪽 대괄호 5"/>
          <p:cNvSpPr/>
          <p:nvPr/>
        </p:nvSpPr>
        <p:spPr>
          <a:xfrm>
            <a:off x="1433388" y="1671615"/>
            <a:ext cx="6963251" cy="1138366"/>
          </a:xfrm>
          <a:prstGeom prst="bracketPair">
            <a:avLst>
              <a:gd name="adj" fmla="val 10053"/>
            </a:avLst>
          </a:prstGeom>
          <a:ln w="571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65598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자기주식취득으로 상환</a:t>
            </a:r>
            <a:r>
              <a:rPr lang="en-US" altLang="ko-KR" dirty="0"/>
              <a:t>_ </a:t>
            </a:r>
            <a:r>
              <a:rPr lang="ko-KR" altLang="en-US" sz="1600" dirty="0"/>
              <a:t>활용 사례 </a:t>
            </a:r>
            <a:r>
              <a:rPr lang="en-US" altLang="ko-KR" sz="1600" dirty="0"/>
              <a:t>(1) </a:t>
            </a:r>
            <a:r>
              <a:rPr lang="ko-KR" altLang="en-US" sz="1600" dirty="0"/>
              <a:t>지분 없는 배우자에게 주식 증여 </a:t>
            </a:r>
            <a:endParaRPr lang="ko-KR" alt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A734C9E-ED7A-4DE3-9020-2883A95B5EC9}"/>
              </a:ext>
            </a:extLst>
          </p:cNvPr>
          <p:cNvSpPr txBox="1"/>
          <p:nvPr/>
        </p:nvSpPr>
        <p:spPr>
          <a:xfrm>
            <a:off x="2120141" y="5999296"/>
            <a:ext cx="66113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※ </a:t>
            </a:r>
            <a:r>
              <a:rPr lang="en-US" altLang="ko-KR" sz="1200" b="1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[</a:t>
            </a:r>
            <a:r>
              <a:rPr lang="ko-KR" altLang="en-US" sz="1200" b="1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주의사항</a:t>
            </a:r>
            <a:r>
              <a:rPr lang="en-US" altLang="ko-KR" sz="1200" b="1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] </a:t>
            </a:r>
            <a:r>
              <a:rPr lang="ko-KR" altLang="en-US" sz="12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각 단계가 별개로 구분되는 거래 행위가 되도록 할 것 </a:t>
            </a:r>
            <a:r>
              <a:rPr lang="en-US" altLang="ko-KR" sz="12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(</a:t>
            </a:r>
            <a:r>
              <a:rPr lang="ko-KR" altLang="en-US" sz="12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총 진행기간 </a:t>
            </a:r>
            <a:r>
              <a:rPr lang="en-US" altLang="ko-KR" sz="12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1</a:t>
            </a:r>
            <a:r>
              <a:rPr lang="ko-KR" altLang="en-US" sz="12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년 </a:t>
            </a:r>
            <a:r>
              <a:rPr lang="en-US" altLang="ko-KR" sz="12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~2</a:t>
            </a:r>
            <a:r>
              <a:rPr lang="ko-KR" altLang="en-US" sz="12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년</a:t>
            </a:r>
            <a:r>
              <a:rPr lang="en-US" altLang="ko-KR" sz="12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)</a:t>
            </a:r>
            <a:r>
              <a:rPr lang="ko-KR" altLang="en-US" sz="12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KoPubWorld돋움체 Medium" panose="00000600000000000000" pitchFamily="2" charset="-127"/>
              </a:rPr>
              <a:t> </a:t>
            </a: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E0ECEBEA-18A6-4E53-98E3-D45CB8D35E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334" y="1420191"/>
            <a:ext cx="7899882" cy="4561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9002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자기주식취득으로 상환</a:t>
            </a:r>
            <a:r>
              <a:rPr lang="en-US" altLang="ko-KR" dirty="0"/>
              <a:t>_ </a:t>
            </a:r>
            <a:r>
              <a:rPr lang="ko-KR" altLang="en-US" sz="1662" dirty="0"/>
              <a:t>활용 사례 </a:t>
            </a:r>
            <a:r>
              <a:rPr lang="en-US" altLang="ko-KR" sz="1662" dirty="0"/>
              <a:t>(2) </a:t>
            </a:r>
            <a:r>
              <a:rPr lang="ko-KR" altLang="en-US" sz="1662" dirty="0"/>
              <a:t>지분 있는 배우자의 주식을 증여 받음 </a:t>
            </a:r>
            <a:endParaRPr lang="ko-KR" altLang="en-US" dirty="0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DACE62DB-2435-4A6D-B6F5-52ADC6482C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927" y="1638300"/>
            <a:ext cx="8113214" cy="4420184"/>
          </a:xfrm>
          <a:prstGeom prst="rect">
            <a:avLst/>
          </a:prstGeom>
        </p:spPr>
      </p:pic>
      <p:grpSp>
        <p:nvGrpSpPr>
          <p:cNvPr id="27" name="그룹 26">
            <a:extLst>
              <a:ext uri="{FF2B5EF4-FFF2-40B4-BE49-F238E27FC236}">
                <a16:creationId xmlns:a16="http://schemas.microsoft.com/office/drawing/2014/main" id="{3C78B670-4392-4C5A-BE0C-5F9B49B7EAA9}"/>
              </a:ext>
            </a:extLst>
          </p:cNvPr>
          <p:cNvGrpSpPr/>
          <p:nvPr/>
        </p:nvGrpSpPr>
        <p:grpSpPr>
          <a:xfrm>
            <a:off x="3756967" y="1396139"/>
            <a:ext cx="1352567" cy="613635"/>
            <a:chOff x="7035856" y="1527518"/>
            <a:chExt cx="1352567" cy="613635"/>
          </a:xfrm>
        </p:grpSpPr>
        <p:sp>
          <p:nvSpPr>
            <p:cNvPr id="28" name="말풍선: 모서리가 둥근 사각형 27">
              <a:extLst>
                <a:ext uri="{FF2B5EF4-FFF2-40B4-BE49-F238E27FC236}">
                  <a16:creationId xmlns:a16="http://schemas.microsoft.com/office/drawing/2014/main" id="{C2B0CBCB-52CE-46DC-97A6-6C457B2E71F1}"/>
                </a:ext>
              </a:extLst>
            </p:cNvPr>
            <p:cNvSpPr/>
            <p:nvPr/>
          </p:nvSpPr>
          <p:spPr>
            <a:xfrm>
              <a:off x="7035856" y="1527518"/>
              <a:ext cx="1352567" cy="613635"/>
            </a:xfrm>
            <a:prstGeom prst="wedgeRoundRectCallout">
              <a:avLst>
                <a:gd name="adj1" fmla="val 36104"/>
                <a:gd name="adj2" fmla="val 74981"/>
                <a:gd name="adj3" fmla="val 16667"/>
              </a:avLst>
            </a:prstGeom>
            <a:solidFill>
              <a:srgbClr val="205BB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4E4629AB-20CD-449A-8AED-B3F9263BF6F1}"/>
                </a:ext>
              </a:extLst>
            </p:cNvPr>
            <p:cNvSpPr/>
            <p:nvPr/>
          </p:nvSpPr>
          <p:spPr>
            <a:xfrm>
              <a:off x="7120669" y="1572725"/>
              <a:ext cx="1203276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주권발행후</a:t>
              </a:r>
              <a:endParaRPr lang="en-US" altLang="ko-KR" sz="140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  <a:p>
              <a:pPr algn="ctr"/>
              <a:r>
                <a:rPr lang="ko-KR" altLang="en-US" sz="1400" dirty="0"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주식증여</a:t>
              </a:r>
              <a:endParaRPr lang="en-US" altLang="ko-KR" sz="140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3420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특허권 매각을 통한 상환</a:t>
            </a:r>
            <a:r>
              <a:rPr lang="en-US" altLang="ko-KR" dirty="0"/>
              <a:t>_ </a:t>
            </a:r>
            <a:r>
              <a:rPr lang="ko-KR" altLang="en-US" dirty="0"/>
              <a:t>특허권을 통한 보상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1586211" y="5591557"/>
            <a:ext cx="20343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fontAlgn="ctr"/>
            <a:r>
              <a:rPr lang="ko-KR" altLang="en-US" sz="20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대표이사</a:t>
            </a:r>
            <a:r>
              <a:rPr lang="en-US" altLang="ko-KR" sz="20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(</a:t>
            </a:r>
            <a:r>
              <a:rPr lang="ko-KR" altLang="en-US" sz="20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매도자</a:t>
            </a:r>
            <a:r>
              <a:rPr lang="en-US" altLang="ko-KR" sz="20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6873533" y="4340033"/>
            <a:ext cx="162531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fontAlgn="ctr"/>
            <a:r>
              <a:rPr lang="ko-KR" altLang="en-US" sz="20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법인</a:t>
            </a:r>
            <a:r>
              <a:rPr lang="en-US" altLang="ko-KR" sz="20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(</a:t>
            </a:r>
            <a:r>
              <a:rPr lang="ko-KR" altLang="en-US" sz="20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매수자</a:t>
            </a:r>
            <a:r>
              <a:rPr lang="en-US" altLang="ko-KR" sz="20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3676888" y="2564905"/>
            <a:ext cx="28276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fontAlgn="ctr"/>
            <a:r>
              <a:rPr lang="ko-KR" altLang="en-US" sz="2400" b="1" dirty="0">
                <a:solidFill>
                  <a:srgbClr val="002060"/>
                </a:solidFill>
                <a:latin typeface="나눔손글씨 펜" panose="03040600000000000000" pitchFamily="66" charset="-127"/>
                <a:ea typeface="나눔손글씨 펜" panose="03040600000000000000" pitchFamily="66" charset="-127"/>
              </a:rPr>
              <a:t>특허권</a:t>
            </a:r>
            <a:r>
              <a:rPr lang="en-US" altLang="ko-KR" sz="2400" b="1" dirty="0">
                <a:solidFill>
                  <a:srgbClr val="002060"/>
                </a:solidFill>
                <a:latin typeface="나눔손글씨 펜" panose="03040600000000000000" pitchFamily="66" charset="-127"/>
                <a:ea typeface="나눔손글씨 펜" panose="03040600000000000000" pitchFamily="66" charset="-127"/>
              </a:rPr>
              <a:t>, </a:t>
            </a:r>
            <a:r>
              <a:rPr lang="ko-KR" altLang="en-US" sz="2400" b="1" dirty="0">
                <a:solidFill>
                  <a:srgbClr val="002060"/>
                </a:solidFill>
                <a:latin typeface="나눔손글씨 펜" panose="03040600000000000000" pitchFamily="66" charset="-127"/>
                <a:ea typeface="나눔손글씨 펜" panose="03040600000000000000" pitchFamily="66" charset="-127"/>
              </a:rPr>
              <a:t>상표권</a:t>
            </a:r>
            <a:r>
              <a:rPr lang="en-US" altLang="ko-KR" sz="2400" b="1" dirty="0">
                <a:solidFill>
                  <a:srgbClr val="002060"/>
                </a:solidFill>
                <a:latin typeface="나눔손글씨 펜" panose="03040600000000000000" pitchFamily="66" charset="-127"/>
                <a:ea typeface="나눔손글씨 펜" panose="03040600000000000000" pitchFamily="66" charset="-127"/>
              </a:rPr>
              <a:t>, </a:t>
            </a:r>
            <a:r>
              <a:rPr lang="ko-KR" altLang="en-US" sz="2400" b="1" dirty="0" err="1">
                <a:solidFill>
                  <a:srgbClr val="002060"/>
                </a:solidFill>
                <a:latin typeface="나눔손글씨 펜" panose="03040600000000000000" pitchFamily="66" charset="-127"/>
                <a:ea typeface="나눔손글씨 펜" panose="03040600000000000000" pitchFamily="66" charset="-127"/>
              </a:rPr>
              <a:t>디자인권</a:t>
            </a:r>
            <a:endParaRPr lang="en-US" altLang="ko-KR" sz="2400" b="1" dirty="0">
              <a:solidFill>
                <a:srgbClr val="002060"/>
              </a:solidFill>
              <a:latin typeface="나눔손글씨 펜" panose="03040600000000000000" pitchFamily="66" charset="-127"/>
              <a:ea typeface="나눔손글씨 펜" panose="03040600000000000000" pitchFamily="66" charset="-127"/>
            </a:endParaRPr>
          </a:p>
        </p:txBody>
      </p:sp>
      <p:cxnSp>
        <p:nvCxnSpPr>
          <p:cNvPr id="7" name="직선 화살표 연결선 6"/>
          <p:cNvCxnSpPr/>
          <p:nvPr/>
        </p:nvCxnSpPr>
        <p:spPr>
          <a:xfrm flipH="1">
            <a:off x="3630602" y="4471964"/>
            <a:ext cx="2827898" cy="0"/>
          </a:xfrm>
          <a:prstGeom prst="straightConnector1">
            <a:avLst/>
          </a:prstGeom>
          <a:ln w="57150">
            <a:solidFill>
              <a:srgbClr val="00B0EE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/>
          <p:cNvCxnSpPr/>
          <p:nvPr/>
        </p:nvCxnSpPr>
        <p:spPr>
          <a:xfrm>
            <a:off x="3659212" y="4042927"/>
            <a:ext cx="2787286" cy="0"/>
          </a:xfrm>
          <a:prstGeom prst="straightConnector1">
            <a:avLst/>
          </a:prstGeom>
          <a:ln w="57150">
            <a:solidFill>
              <a:srgbClr val="0E539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4737" y="1786371"/>
            <a:ext cx="1166707" cy="1323619"/>
          </a:xfrm>
          <a:prstGeom prst="rect">
            <a:avLst/>
          </a:prstGeom>
        </p:spPr>
      </p:pic>
      <p:grpSp>
        <p:nvGrpSpPr>
          <p:cNvPr id="10" name="그룹 9"/>
          <p:cNvGrpSpPr/>
          <p:nvPr/>
        </p:nvGrpSpPr>
        <p:grpSpPr>
          <a:xfrm>
            <a:off x="3467682" y="3251105"/>
            <a:ext cx="2910092" cy="659455"/>
            <a:chOff x="4083408" y="1409276"/>
            <a:chExt cx="2036038" cy="659454"/>
          </a:xfrm>
        </p:grpSpPr>
        <p:sp>
          <p:nvSpPr>
            <p:cNvPr id="11" name="모서리가 둥근 직사각형 10"/>
            <p:cNvSpPr/>
            <p:nvPr/>
          </p:nvSpPr>
          <p:spPr>
            <a:xfrm>
              <a:off x="4083408" y="1409276"/>
              <a:ext cx="2036038" cy="509959"/>
            </a:xfrm>
            <a:prstGeom prst="roundRect">
              <a:avLst/>
            </a:prstGeom>
            <a:solidFill>
              <a:srgbClr val="0E539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4083408" y="1464200"/>
              <a:ext cx="1971762" cy="369331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</a:bodyPr>
            <a:lstStyle/>
            <a:p>
              <a:pPr lvl="0" algn="ctr" fontAlgn="ctr"/>
              <a:r>
                <a:rPr lang="ko-KR" altLang="en-US" dirty="0"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산업재산권 법인에 양도</a:t>
              </a:r>
            </a:p>
          </p:txBody>
        </p:sp>
        <p:sp>
          <p:nvSpPr>
            <p:cNvPr id="13" name="이등변 삼각형 12"/>
            <p:cNvSpPr/>
            <p:nvPr/>
          </p:nvSpPr>
          <p:spPr>
            <a:xfrm flipV="1">
              <a:off x="5025448" y="1864310"/>
              <a:ext cx="151955" cy="204420"/>
            </a:xfrm>
            <a:prstGeom prst="triangle">
              <a:avLst/>
            </a:prstGeom>
            <a:solidFill>
              <a:srgbClr val="0E539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4" name="그룹 13"/>
          <p:cNvGrpSpPr/>
          <p:nvPr/>
        </p:nvGrpSpPr>
        <p:grpSpPr>
          <a:xfrm>
            <a:off x="3331166" y="4674459"/>
            <a:ext cx="3173349" cy="647759"/>
            <a:chOff x="3980842" y="2671332"/>
            <a:chExt cx="2220225" cy="647757"/>
          </a:xfrm>
        </p:grpSpPr>
        <p:grpSp>
          <p:nvGrpSpPr>
            <p:cNvPr id="15" name="그룹 14"/>
            <p:cNvGrpSpPr/>
            <p:nvPr/>
          </p:nvGrpSpPr>
          <p:grpSpPr>
            <a:xfrm>
              <a:off x="3980842" y="2809130"/>
              <a:ext cx="2220225" cy="509959"/>
              <a:chOff x="3980842" y="1409276"/>
              <a:chExt cx="2220225" cy="509959"/>
            </a:xfrm>
          </p:grpSpPr>
          <p:sp>
            <p:nvSpPr>
              <p:cNvPr id="17" name="모서리가 둥근 직사각형 16"/>
              <p:cNvSpPr/>
              <p:nvPr/>
            </p:nvSpPr>
            <p:spPr>
              <a:xfrm>
                <a:off x="4083408" y="1409276"/>
                <a:ext cx="2036038" cy="509959"/>
              </a:xfrm>
              <a:prstGeom prst="roundRect">
                <a:avLst/>
              </a:prstGeom>
              <a:solidFill>
                <a:srgbClr val="00B0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" name="직사각형 17"/>
              <p:cNvSpPr/>
              <p:nvPr/>
            </p:nvSpPr>
            <p:spPr>
              <a:xfrm>
                <a:off x="3980842" y="1507087"/>
                <a:ext cx="2220225" cy="369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ctr" fontAlgn="ctr"/>
                <a:r>
                  <a:rPr lang="ko-KR" altLang="en-US" dirty="0">
                    <a:solidFill>
                      <a:schemeClr val="bg1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대표이사에게 양도가액 지급</a:t>
                </a:r>
              </a:p>
            </p:txBody>
          </p:sp>
        </p:grpSp>
        <p:sp>
          <p:nvSpPr>
            <p:cNvPr id="16" name="이등변 삼각형 15"/>
            <p:cNvSpPr/>
            <p:nvPr/>
          </p:nvSpPr>
          <p:spPr>
            <a:xfrm>
              <a:off x="5025448" y="2671332"/>
              <a:ext cx="151955" cy="204420"/>
            </a:xfrm>
            <a:prstGeom prst="triangle">
              <a:avLst/>
            </a:prstGeom>
            <a:solidFill>
              <a:srgbClr val="00B0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9" name="그림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576" y="3132309"/>
            <a:ext cx="2437702" cy="2415451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3478" y="2008493"/>
            <a:ext cx="1925427" cy="2259703"/>
          </a:xfrm>
          <a:prstGeom prst="rect">
            <a:avLst/>
          </a:prstGeom>
        </p:spPr>
      </p:pic>
      <p:sp>
        <p:nvSpPr>
          <p:cNvPr id="21" name="직사각형 20"/>
          <p:cNvSpPr/>
          <p:nvPr/>
        </p:nvSpPr>
        <p:spPr>
          <a:xfrm>
            <a:off x="6248201" y="1740921"/>
            <a:ext cx="2893335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법인은 무형자산 </a:t>
            </a:r>
            <a:endParaRPr lang="en-US" altLang="ko-KR" sz="1400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 algn="ctr"/>
            <a:r>
              <a:rPr lang="ko-KR" altLang="en-US" sz="1600" dirty="0">
                <a:solidFill>
                  <a:srgbClr val="0E539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감가상각비로 비용처리 </a:t>
            </a:r>
            <a:r>
              <a:rPr lang="en-US" altLang="ko-KR" sz="1600" dirty="0">
                <a:solidFill>
                  <a:srgbClr val="0E539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(7</a:t>
            </a:r>
            <a:r>
              <a:rPr lang="ko-KR" altLang="en-US" sz="1600" dirty="0">
                <a:solidFill>
                  <a:srgbClr val="0E539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년간</a:t>
            </a:r>
            <a:r>
              <a:rPr lang="en-US" altLang="ko-KR" sz="1600" dirty="0">
                <a:solidFill>
                  <a:srgbClr val="0E539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</a:t>
            </a:r>
          </a:p>
        </p:txBody>
      </p:sp>
      <p:sp>
        <p:nvSpPr>
          <p:cNvPr id="22" name="직사각형 21"/>
          <p:cNvSpPr/>
          <p:nvPr/>
        </p:nvSpPr>
        <p:spPr>
          <a:xfrm>
            <a:off x="3838089" y="5464126"/>
            <a:ext cx="227482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14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대표이사 기타소득</a:t>
            </a:r>
            <a:r>
              <a:rPr lang="en-US" altLang="ko-KR" sz="14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</a:p>
          <a:p>
            <a:pPr algn="ctr"/>
            <a:r>
              <a:rPr lang="en-US" altLang="ko-KR" dirty="0">
                <a:solidFill>
                  <a:srgbClr val="00B0F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60% </a:t>
            </a:r>
            <a:r>
              <a:rPr lang="ko-KR" altLang="en-US" dirty="0">
                <a:solidFill>
                  <a:srgbClr val="00B0F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비용인정</a:t>
            </a:r>
            <a:endParaRPr lang="en-US" altLang="ko-KR" dirty="0">
              <a:solidFill>
                <a:srgbClr val="00B0F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544458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직사각형 71"/>
          <p:cNvSpPr/>
          <p:nvPr/>
        </p:nvSpPr>
        <p:spPr>
          <a:xfrm>
            <a:off x="704529" y="4054052"/>
            <a:ext cx="3862910" cy="18044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schemeClr val="tx1">
                <a:lumMod val="65000"/>
                <a:lumOff val="3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3" name="그룹 72"/>
          <p:cNvGrpSpPr/>
          <p:nvPr/>
        </p:nvGrpSpPr>
        <p:grpSpPr>
          <a:xfrm rot="1200000">
            <a:off x="4265047" y="3938869"/>
            <a:ext cx="211996" cy="391148"/>
            <a:chOff x="3946027" y="2670819"/>
            <a:chExt cx="993529" cy="1817485"/>
          </a:xfr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grpSpPr>
        <p:grpSp>
          <p:nvGrpSpPr>
            <p:cNvPr id="74" name="그룹 55"/>
            <p:cNvGrpSpPr/>
            <p:nvPr/>
          </p:nvGrpSpPr>
          <p:grpSpPr>
            <a:xfrm>
              <a:off x="4331946" y="3569608"/>
              <a:ext cx="221690" cy="918696"/>
              <a:chOff x="4331946" y="3569608"/>
              <a:chExt cx="221690" cy="918696"/>
            </a:xfrm>
            <a:gradFill>
              <a:gsLst>
                <a:gs pos="0">
                  <a:schemeClr val="tx1">
                    <a:lumMod val="65000"/>
                    <a:lumOff val="35000"/>
                  </a:schemeClr>
                </a:gs>
                <a:gs pos="59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1"/>
            </a:gradFill>
          </p:grpSpPr>
          <p:sp>
            <p:nvSpPr>
              <p:cNvPr id="81" name="순서도: 수동 연산 80"/>
              <p:cNvSpPr/>
              <p:nvPr/>
            </p:nvSpPr>
            <p:spPr>
              <a:xfrm>
                <a:off x="4331946" y="3569608"/>
                <a:ext cx="221690" cy="723488"/>
              </a:xfrm>
              <a:prstGeom prst="flowChartManualOperation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2" name="순서도: 추출 81"/>
              <p:cNvSpPr/>
              <p:nvPr/>
            </p:nvSpPr>
            <p:spPr>
              <a:xfrm rot="10800000">
                <a:off x="4374976" y="4291013"/>
                <a:ext cx="135632" cy="197291"/>
              </a:xfrm>
              <a:prstGeom prst="flowChartExtra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75" name="모서리가 둥근 직사각형 74"/>
            <p:cNvSpPr/>
            <p:nvPr/>
          </p:nvSpPr>
          <p:spPr>
            <a:xfrm>
              <a:off x="4240160" y="3289176"/>
              <a:ext cx="405262" cy="350520"/>
            </a:xfrm>
            <a:prstGeom prst="roundRect">
              <a:avLst>
                <a:gd name="adj" fmla="val 34007"/>
              </a:avLst>
            </a:prstGeom>
            <a:gradFill>
              <a:gsLst>
                <a:gs pos="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50000"/>
                    <a:lumOff val="50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" name="모서리가 둥근 직사각형 75"/>
            <p:cNvSpPr/>
            <p:nvPr/>
          </p:nvSpPr>
          <p:spPr>
            <a:xfrm>
              <a:off x="4125611" y="2863984"/>
              <a:ext cx="634360" cy="679316"/>
            </a:xfrm>
            <a:prstGeom prst="roundRect">
              <a:avLst>
                <a:gd name="adj" fmla="val 40891"/>
              </a:avLst>
            </a:prstGeom>
            <a:gradFill>
              <a:gsLst>
                <a:gs pos="0">
                  <a:schemeClr val="tx1">
                    <a:lumMod val="75000"/>
                    <a:lumOff val="25000"/>
                  </a:schemeClr>
                </a:gs>
                <a:gs pos="50000">
                  <a:schemeClr val="tx1">
                    <a:lumMod val="50000"/>
                    <a:lumOff val="50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" name="타원 76"/>
            <p:cNvSpPr/>
            <p:nvPr/>
          </p:nvSpPr>
          <p:spPr>
            <a:xfrm rot="16200000">
              <a:off x="4185145" y="2431701"/>
              <a:ext cx="515293" cy="993529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" name="타원 77"/>
            <p:cNvSpPr/>
            <p:nvPr/>
          </p:nvSpPr>
          <p:spPr>
            <a:xfrm rot="16200000">
              <a:off x="4185145" y="2434554"/>
              <a:ext cx="515293" cy="993529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65000"/>
                    <a:lumOff val="35000"/>
                  </a:schemeClr>
                </a:gs>
                <a:gs pos="50000">
                  <a:srgbClr val="F68D00">
                    <a:alpha val="0"/>
                  </a:srgbClr>
                </a:gs>
                <a:gs pos="100000">
                  <a:srgbClr val="FF9C1B">
                    <a:alpha val="0"/>
                  </a:srgb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" name="타원 78"/>
            <p:cNvSpPr/>
            <p:nvPr/>
          </p:nvSpPr>
          <p:spPr>
            <a:xfrm rot="16200000">
              <a:off x="4258325" y="2453964"/>
              <a:ext cx="368932" cy="86106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" name="타원 79"/>
            <p:cNvSpPr/>
            <p:nvPr/>
          </p:nvSpPr>
          <p:spPr>
            <a:xfrm rot="16200000">
              <a:off x="4258325" y="2450268"/>
              <a:ext cx="368932" cy="861060"/>
            </a:xfrm>
            <a:prstGeom prst="ellipse">
              <a:avLst/>
            </a:prstGeom>
            <a:gradFill>
              <a:gsLst>
                <a:gs pos="8000">
                  <a:schemeClr val="tx1">
                    <a:lumMod val="65000"/>
                    <a:lumOff val="35000"/>
                  </a:schemeClr>
                </a:gs>
                <a:gs pos="50000">
                  <a:srgbClr val="F68D00">
                    <a:alpha val="0"/>
                  </a:srgbClr>
                </a:gs>
                <a:gs pos="100000">
                  <a:srgbClr val="FF9C1B">
                    <a:alpha val="0"/>
                  </a:srgbClr>
                </a:gs>
              </a:gsLst>
              <a:lin ang="108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특허권 매각을 통한 상환</a:t>
            </a:r>
            <a:r>
              <a:rPr lang="en-US" altLang="ko-KR" dirty="0"/>
              <a:t>_ </a:t>
            </a:r>
            <a:r>
              <a:rPr lang="ko-KR" altLang="en-US" sz="2000" dirty="0"/>
              <a:t>특허권 </a:t>
            </a:r>
            <a:r>
              <a:rPr lang="ko-KR" altLang="en-US" sz="2000" dirty="0" err="1"/>
              <a:t>양도시</a:t>
            </a:r>
            <a:r>
              <a:rPr lang="ko-KR" altLang="en-US" sz="2000" dirty="0"/>
              <a:t> 기타소득으로 과세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613786" y="1537283"/>
            <a:ext cx="4186765" cy="22006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400" dirty="0">
                <a:solidFill>
                  <a:srgbClr val="0E539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기타소득이란</a:t>
            </a:r>
            <a:r>
              <a:rPr lang="en-US" altLang="ko-KR" sz="2400" dirty="0">
                <a:solidFill>
                  <a:srgbClr val="0E539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? </a:t>
            </a:r>
          </a:p>
          <a:p>
            <a:r>
              <a:rPr lang="en-US" altLang="ko-KR" sz="16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(</a:t>
            </a:r>
            <a:r>
              <a:rPr lang="ko-KR" altLang="en-US" sz="16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소득세법 제</a:t>
            </a:r>
            <a:r>
              <a:rPr lang="en-US" altLang="ko-KR" sz="16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21</a:t>
            </a:r>
            <a:r>
              <a:rPr lang="ko-KR" altLang="en-US" sz="16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조</a:t>
            </a:r>
            <a:r>
              <a:rPr lang="en-US" altLang="ko-KR" sz="16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1</a:t>
            </a:r>
            <a:r>
              <a:rPr lang="ko-KR" altLang="en-US" sz="16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항</a:t>
            </a:r>
            <a:r>
              <a:rPr lang="en-US" altLang="ko-KR" sz="16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7</a:t>
            </a:r>
            <a:r>
              <a:rPr lang="ko-KR" altLang="en-US" sz="16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호</a:t>
            </a:r>
            <a:r>
              <a:rPr lang="en-US" altLang="ko-KR" sz="16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,87</a:t>
            </a:r>
            <a:r>
              <a:rPr lang="ko-KR" altLang="en-US" sz="16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조</a:t>
            </a:r>
            <a:r>
              <a:rPr lang="en-US" altLang="ko-KR" sz="16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) </a:t>
            </a:r>
          </a:p>
          <a:p>
            <a:endParaRPr lang="en-US" altLang="ko-KR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r>
              <a:rPr lang="ko-KR" altLang="en-US" sz="16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독립된 자격으로 일시적</a:t>
            </a:r>
            <a:r>
              <a:rPr lang="en-US" altLang="ko-KR" sz="16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6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우발적으로 용역을 제공하고</a:t>
            </a:r>
            <a:r>
              <a:rPr lang="en-US" altLang="ko-KR" sz="16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6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불규칙적으로 발생하는 소득</a:t>
            </a:r>
            <a:endParaRPr lang="en-US" altLang="ko-KR" sz="16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endParaRPr lang="en-US" altLang="ko-KR" sz="500" b="1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r>
              <a:rPr lang="ko-KR" altLang="en-US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예</a:t>
            </a:r>
            <a:r>
              <a:rPr lang="en-US" altLang="ko-KR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: </a:t>
            </a:r>
            <a:r>
              <a:rPr lang="ko-KR" altLang="en-US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상금</a:t>
            </a:r>
            <a:r>
              <a:rPr lang="en-US" altLang="ko-KR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현상금</a:t>
            </a:r>
            <a:r>
              <a:rPr lang="en-US" altLang="ko-KR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산업재산권</a:t>
            </a:r>
            <a:r>
              <a:rPr lang="en-US" altLang="ko-KR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(</a:t>
            </a:r>
            <a:r>
              <a:rPr lang="ko-KR" altLang="en-US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영업권</a:t>
            </a:r>
            <a:r>
              <a:rPr lang="en-US" altLang="ko-KR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</a:t>
            </a:r>
            <a:r>
              <a:rPr lang="ko-KR" altLang="en-US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특허권</a:t>
            </a:r>
            <a:r>
              <a:rPr lang="en-US" altLang="ko-KR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</a:t>
            </a:r>
          </a:p>
          <a:p>
            <a:r>
              <a:rPr lang="ko-KR" altLang="en-US" sz="1400" dirty="0" err="1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디자인권</a:t>
            </a:r>
            <a:r>
              <a:rPr lang="en-US" altLang="ko-KR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</a:t>
            </a:r>
            <a:r>
              <a:rPr lang="ko-KR" altLang="en-US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상표권</a:t>
            </a:r>
            <a:r>
              <a:rPr lang="en-US" altLang="ko-KR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), </a:t>
            </a:r>
            <a:r>
              <a:rPr lang="ko-KR" altLang="en-US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복권당첨금</a:t>
            </a:r>
            <a:r>
              <a:rPr lang="en-US" altLang="ko-KR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위약금과 배상금</a:t>
            </a:r>
            <a:r>
              <a:rPr lang="en-US" altLang="ko-KR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일시적인 문예창작소득</a:t>
            </a:r>
            <a:r>
              <a:rPr lang="en-US" altLang="ko-KR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사례금</a:t>
            </a:r>
            <a:r>
              <a:rPr lang="en-US" altLang="ko-KR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전속계약금</a:t>
            </a:r>
            <a:r>
              <a:rPr lang="en-US" altLang="ko-KR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  <a:r>
              <a:rPr lang="ko-KR" altLang="en-US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등 </a:t>
            </a:r>
            <a:endParaRPr lang="en-US" altLang="ko-KR" sz="1400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grpSp>
        <p:nvGrpSpPr>
          <p:cNvPr id="9228" name="그룹 9227"/>
          <p:cNvGrpSpPr/>
          <p:nvPr/>
        </p:nvGrpSpPr>
        <p:grpSpPr>
          <a:xfrm>
            <a:off x="5328004" y="2681315"/>
            <a:ext cx="3674561" cy="2741062"/>
            <a:chOff x="5328004" y="2681315"/>
            <a:chExt cx="3674561" cy="2741062"/>
          </a:xfrm>
        </p:grpSpPr>
        <p:grpSp>
          <p:nvGrpSpPr>
            <p:cNvPr id="6" name="그룹 5"/>
            <p:cNvGrpSpPr/>
            <p:nvPr/>
          </p:nvGrpSpPr>
          <p:grpSpPr>
            <a:xfrm>
              <a:off x="5328004" y="3125445"/>
              <a:ext cx="1028470" cy="883812"/>
              <a:chOff x="861497" y="1596963"/>
              <a:chExt cx="1244112" cy="1069124"/>
            </a:xfrm>
          </p:grpSpPr>
          <p:sp>
            <p:nvSpPr>
              <p:cNvPr id="21" name="육각형 20"/>
              <p:cNvSpPr/>
              <p:nvPr/>
            </p:nvSpPr>
            <p:spPr>
              <a:xfrm>
                <a:off x="865425" y="1596963"/>
                <a:ext cx="1240184" cy="1069124"/>
              </a:xfrm>
              <a:prstGeom prst="hexagon">
                <a:avLst/>
              </a:prstGeom>
              <a:solidFill>
                <a:srgbClr val="9CB0B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dirty="0"/>
              </a:p>
            </p:txBody>
          </p:sp>
          <p:sp>
            <p:nvSpPr>
              <p:cNvPr id="7" name="직사각형 6"/>
              <p:cNvSpPr/>
              <p:nvPr/>
            </p:nvSpPr>
            <p:spPr>
              <a:xfrm>
                <a:off x="861497" y="1822140"/>
                <a:ext cx="1235947" cy="58477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ko-KR" altLang="en-US" sz="1600" dirty="0">
                    <a:solidFill>
                      <a:schemeClr val="bg1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부동산</a:t>
                </a:r>
                <a:endParaRPr lang="en-US" altLang="ko-KR" sz="1600" dirty="0"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  <a:p>
                <a:pPr algn="ctr"/>
                <a:r>
                  <a:rPr lang="ko-KR" altLang="en-US" sz="1600" dirty="0">
                    <a:solidFill>
                      <a:schemeClr val="bg1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임대소득</a:t>
                </a:r>
              </a:p>
            </p:txBody>
          </p:sp>
        </p:grpSp>
        <p:grpSp>
          <p:nvGrpSpPr>
            <p:cNvPr id="30" name="그룹 29"/>
            <p:cNvGrpSpPr/>
            <p:nvPr/>
          </p:nvGrpSpPr>
          <p:grpSpPr>
            <a:xfrm>
              <a:off x="5328004" y="4061016"/>
              <a:ext cx="1028470" cy="883812"/>
              <a:chOff x="861497" y="1596963"/>
              <a:chExt cx="1244112" cy="1069124"/>
            </a:xfrm>
          </p:grpSpPr>
          <p:sp>
            <p:nvSpPr>
              <p:cNvPr id="31" name="육각형 30"/>
              <p:cNvSpPr/>
              <p:nvPr/>
            </p:nvSpPr>
            <p:spPr>
              <a:xfrm>
                <a:off x="865425" y="1596963"/>
                <a:ext cx="1240184" cy="1069124"/>
              </a:xfrm>
              <a:prstGeom prst="hexagon">
                <a:avLst/>
              </a:prstGeom>
              <a:solidFill>
                <a:srgbClr val="9CB0B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dirty="0"/>
              </a:p>
            </p:txBody>
          </p:sp>
          <p:sp>
            <p:nvSpPr>
              <p:cNvPr id="32" name="직사각형 31"/>
              <p:cNvSpPr/>
              <p:nvPr/>
            </p:nvSpPr>
            <p:spPr>
              <a:xfrm>
                <a:off x="861497" y="1761366"/>
                <a:ext cx="1235947" cy="58477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ko-KR" altLang="en-US" sz="1600" dirty="0">
                    <a:solidFill>
                      <a:schemeClr val="bg1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일시</a:t>
                </a:r>
                <a:endParaRPr lang="en-US" altLang="ko-KR" sz="1600" dirty="0"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  <a:p>
                <a:pPr algn="ctr"/>
                <a:r>
                  <a:rPr lang="ko-KR" altLang="en-US" sz="1600" dirty="0">
                    <a:solidFill>
                      <a:schemeClr val="bg1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재산소득</a:t>
                </a:r>
              </a:p>
            </p:txBody>
          </p:sp>
        </p:grpSp>
        <p:grpSp>
          <p:nvGrpSpPr>
            <p:cNvPr id="33" name="그룹 32"/>
            <p:cNvGrpSpPr/>
            <p:nvPr/>
          </p:nvGrpSpPr>
          <p:grpSpPr>
            <a:xfrm>
              <a:off x="6195232" y="2681315"/>
              <a:ext cx="1028470" cy="883812"/>
              <a:chOff x="861497" y="1596963"/>
              <a:chExt cx="1244112" cy="1069124"/>
            </a:xfrm>
          </p:grpSpPr>
          <p:sp>
            <p:nvSpPr>
              <p:cNvPr id="34" name="육각형 33"/>
              <p:cNvSpPr/>
              <p:nvPr/>
            </p:nvSpPr>
            <p:spPr>
              <a:xfrm>
                <a:off x="865425" y="1596963"/>
                <a:ext cx="1240184" cy="1069124"/>
              </a:xfrm>
              <a:prstGeom prst="hexagon">
                <a:avLst/>
              </a:prstGeom>
              <a:solidFill>
                <a:srgbClr val="9CB0B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dirty="0"/>
              </a:p>
            </p:txBody>
          </p:sp>
          <p:sp>
            <p:nvSpPr>
              <p:cNvPr id="35" name="직사각형 34"/>
              <p:cNvSpPr/>
              <p:nvPr/>
            </p:nvSpPr>
            <p:spPr>
              <a:xfrm>
                <a:off x="861497" y="1967026"/>
                <a:ext cx="1235947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ko-KR" altLang="en-US" sz="1600" dirty="0">
                    <a:solidFill>
                      <a:schemeClr val="bg1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이자소득</a:t>
                </a:r>
              </a:p>
            </p:txBody>
          </p:sp>
        </p:grpSp>
        <p:grpSp>
          <p:nvGrpSpPr>
            <p:cNvPr id="36" name="그룹 35"/>
            <p:cNvGrpSpPr/>
            <p:nvPr/>
          </p:nvGrpSpPr>
          <p:grpSpPr>
            <a:xfrm>
              <a:off x="6179064" y="3605077"/>
              <a:ext cx="1028470" cy="883812"/>
              <a:chOff x="861497" y="1596963"/>
              <a:chExt cx="1244112" cy="1069124"/>
            </a:xfrm>
          </p:grpSpPr>
          <p:sp>
            <p:nvSpPr>
              <p:cNvPr id="37" name="육각형 36"/>
              <p:cNvSpPr/>
              <p:nvPr/>
            </p:nvSpPr>
            <p:spPr>
              <a:xfrm>
                <a:off x="865425" y="1596963"/>
                <a:ext cx="1240184" cy="1069124"/>
              </a:xfrm>
              <a:prstGeom prst="hexagon">
                <a:avLst/>
              </a:prstGeom>
              <a:solidFill>
                <a:srgbClr val="9CB0B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dirty="0"/>
              </a:p>
            </p:txBody>
          </p:sp>
          <p:sp>
            <p:nvSpPr>
              <p:cNvPr id="38" name="직사각형 37"/>
              <p:cNvSpPr/>
              <p:nvPr/>
            </p:nvSpPr>
            <p:spPr>
              <a:xfrm>
                <a:off x="861497" y="1967026"/>
                <a:ext cx="1235947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ko-KR" altLang="en-US" sz="1600" dirty="0">
                    <a:solidFill>
                      <a:schemeClr val="bg1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사업소득</a:t>
                </a:r>
              </a:p>
            </p:txBody>
          </p:sp>
        </p:grpSp>
        <p:grpSp>
          <p:nvGrpSpPr>
            <p:cNvPr id="39" name="그룹 38"/>
            <p:cNvGrpSpPr/>
            <p:nvPr/>
          </p:nvGrpSpPr>
          <p:grpSpPr>
            <a:xfrm>
              <a:off x="6172944" y="4538565"/>
              <a:ext cx="1028470" cy="883812"/>
              <a:chOff x="861497" y="1596963"/>
              <a:chExt cx="1244112" cy="1069124"/>
            </a:xfrm>
          </p:grpSpPr>
          <p:sp>
            <p:nvSpPr>
              <p:cNvPr id="40" name="육각형 39"/>
              <p:cNvSpPr/>
              <p:nvPr/>
            </p:nvSpPr>
            <p:spPr>
              <a:xfrm>
                <a:off x="865425" y="1596963"/>
                <a:ext cx="1240184" cy="1069124"/>
              </a:xfrm>
              <a:prstGeom prst="hexagon">
                <a:avLst/>
              </a:prstGeom>
              <a:solidFill>
                <a:srgbClr val="9CB0B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dirty="0"/>
              </a:p>
            </p:txBody>
          </p:sp>
          <p:sp>
            <p:nvSpPr>
              <p:cNvPr id="41" name="직사각형 40"/>
              <p:cNvSpPr/>
              <p:nvPr/>
            </p:nvSpPr>
            <p:spPr>
              <a:xfrm>
                <a:off x="861497" y="1967026"/>
                <a:ext cx="1235947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ko-KR" altLang="en-US" sz="1600" dirty="0">
                    <a:solidFill>
                      <a:schemeClr val="bg1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연금소득</a:t>
                </a:r>
              </a:p>
            </p:txBody>
          </p:sp>
        </p:grpSp>
        <p:grpSp>
          <p:nvGrpSpPr>
            <p:cNvPr id="42" name="그룹 41"/>
            <p:cNvGrpSpPr/>
            <p:nvPr/>
          </p:nvGrpSpPr>
          <p:grpSpPr>
            <a:xfrm>
              <a:off x="7036235" y="3143439"/>
              <a:ext cx="1028470" cy="883812"/>
              <a:chOff x="861497" y="1596963"/>
              <a:chExt cx="1244112" cy="1069124"/>
            </a:xfrm>
          </p:grpSpPr>
          <p:sp>
            <p:nvSpPr>
              <p:cNvPr id="43" name="육각형 42"/>
              <p:cNvSpPr/>
              <p:nvPr/>
            </p:nvSpPr>
            <p:spPr>
              <a:xfrm>
                <a:off x="865425" y="1596963"/>
                <a:ext cx="1240184" cy="1069124"/>
              </a:xfrm>
              <a:prstGeom prst="hexagon">
                <a:avLst/>
              </a:prstGeom>
              <a:solidFill>
                <a:srgbClr val="9CB0B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dirty="0"/>
              </a:p>
            </p:txBody>
          </p:sp>
          <p:sp>
            <p:nvSpPr>
              <p:cNvPr id="44" name="직사각형 43"/>
              <p:cNvSpPr/>
              <p:nvPr/>
            </p:nvSpPr>
            <p:spPr>
              <a:xfrm>
                <a:off x="861497" y="1946930"/>
                <a:ext cx="1235947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ko-KR" altLang="en-US" sz="1600" dirty="0">
                    <a:solidFill>
                      <a:schemeClr val="bg1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배당소득</a:t>
                </a:r>
              </a:p>
            </p:txBody>
          </p:sp>
        </p:grpSp>
        <p:grpSp>
          <p:nvGrpSpPr>
            <p:cNvPr id="48" name="그룹 47"/>
            <p:cNvGrpSpPr/>
            <p:nvPr/>
          </p:nvGrpSpPr>
          <p:grpSpPr>
            <a:xfrm>
              <a:off x="7028070" y="4074339"/>
              <a:ext cx="1028470" cy="883812"/>
              <a:chOff x="861497" y="1596963"/>
              <a:chExt cx="1244112" cy="1069124"/>
            </a:xfrm>
          </p:grpSpPr>
          <p:sp>
            <p:nvSpPr>
              <p:cNvPr id="49" name="육각형 48"/>
              <p:cNvSpPr/>
              <p:nvPr/>
            </p:nvSpPr>
            <p:spPr>
              <a:xfrm>
                <a:off x="865425" y="1596963"/>
                <a:ext cx="1240184" cy="1069124"/>
              </a:xfrm>
              <a:prstGeom prst="hexagon">
                <a:avLst/>
              </a:prstGeom>
              <a:solidFill>
                <a:srgbClr val="9CB0B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dirty="0"/>
              </a:p>
            </p:txBody>
          </p:sp>
          <p:sp>
            <p:nvSpPr>
              <p:cNvPr id="50" name="직사각형 49"/>
              <p:cNvSpPr/>
              <p:nvPr/>
            </p:nvSpPr>
            <p:spPr>
              <a:xfrm>
                <a:off x="861497" y="1946930"/>
                <a:ext cx="1235947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ko-KR" altLang="en-US" sz="1600" dirty="0">
                    <a:solidFill>
                      <a:schemeClr val="bg1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근로소득</a:t>
                </a:r>
              </a:p>
            </p:txBody>
          </p:sp>
        </p:grpSp>
        <p:grpSp>
          <p:nvGrpSpPr>
            <p:cNvPr id="51" name="그룹 50"/>
            <p:cNvGrpSpPr/>
            <p:nvPr/>
          </p:nvGrpSpPr>
          <p:grpSpPr>
            <a:xfrm>
              <a:off x="7823371" y="3625580"/>
              <a:ext cx="1179194" cy="883812"/>
              <a:chOff x="780524" y="1438011"/>
              <a:chExt cx="1426439" cy="1069124"/>
            </a:xfrm>
          </p:grpSpPr>
          <p:sp>
            <p:nvSpPr>
              <p:cNvPr id="52" name="육각형 51"/>
              <p:cNvSpPr/>
              <p:nvPr/>
            </p:nvSpPr>
            <p:spPr>
              <a:xfrm>
                <a:off x="861497" y="1438011"/>
                <a:ext cx="1240184" cy="1069124"/>
              </a:xfrm>
              <a:prstGeom prst="hexagon">
                <a:avLst/>
              </a:prstGeom>
              <a:solidFill>
                <a:srgbClr val="0E539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53" name="직사각형 52"/>
              <p:cNvSpPr/>
              <p:nvPr/>
            </p:nvSpPr>
            <p:spPr>
              <a:xfrm>
                <a:off x="780524" y="1735748"/>
                <a:ext cx="1426439" cy="4467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ko-KR" altLang="en-US" dirty="0">
                    <a:solidFill>
                      <a:schemeClr val="bg1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기타소득</a:t>
                </a:r>
              </a:p>
            </p:txBody>
          </p:sp>
        </p:grpSp>
      </p:grpSp>
      <p:sp>
        <p:nvSpPr>
          <p:cNvPr id="9225" name="직사각형 9224"/>
          <p:cNvSpPr/>
          <p:nvPr/>
        </p:nvSpPr>
        <p:spPr>
          <a:xfrm>
            <a:off x="5019996" y="1590448"/>
            <a:ext cx="4113267" cy="4268092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5" name="그룹 64"/>
          <p:cNvGrpSpPr/>
          <p:nvPr/>
        </p:nvGrpSpPr>
        <p:grpSpPr>
          <a:xfrm>
            <a:off x="4800551" y="1830255"/>
            <a:ext cx="4570385" cy="570242"/>
            <a:chOff x="594468" y="1791098"/>
            <a:chExt cx="4359771" cy="570242"/>
          </a:xfrm>
        </p:grpSpPr>
        <p:sp>
          <p:nvSpPr>
            <p:cNvPr id="66" name="이등변 삼각형 65"/>
            <p:cNvSpPr/>
            <p:nvPr/>
          </p:nvSpPr>
          <p:spPr bwMode="auto">
            <a:xfrm rot="1939526" flipH="1">
              <a:off x="632382" y="2145315"/>
              <a:ext cx="250588" cy="216024"/>
            </a:xfrm>
            <a:prstGeom prst="triangl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" name="이등변 삼각형 66"/>
            <p:cNvSpPr/>
            <p:nvPr/>
          </p:nvSpPr>
          <p:spPr bwMode="auto">
            <a:xfrm rot="19660474">
              <a:off x="4657577" y="2145316"/>
              <a:ext cx="250588" cy="216024"/>
            </a:xfrm>
            <a:prstGeom prst="triangl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" name="직사각형 67"/>
            <p:cNvSpPr/>
            <p:nvPr/>
          </p:nvSpPr>
          <p:spPr bwMode="auto">
            <a:xfrm>
              <a:off x="594468" y="1791098"/>
              <a:ext cx="4359771" cy="4889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2041971" y="1837846"/>
              <a:ext cx="1460627" cy="40011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ko-KR" altLang="en-US" sz="2000">
                  <a:solidFill>
                    <a:schemeClr val="bg1">
                      <a:alpha val="99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Arial" pitchFamily="34" charset="0"/>
                </a:rPr>
                <a:t>종합과세소득</a:t>
              </a:r>
              <a:endParaRPr lang="en-US" altLang="ko-KR" sz="2000" dirty="0">
                <a:solidFill>
                  <a:schemeClr val="bg1">
                    <a:alpha val="99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itchFamily="34" charset="0"/>
              </a:endParaRPr>
            </a:p>
          </p:txBody>
        </p:sp>
      </p:grpSp>
      <p:sp>
        <p:nvSpPr>
          <p:cNvPr id="9227" name="직사각형 9226"/>
          <p:cNvSpPr/>
          <p:nvPr/>
        </p:nvSpPr>
        <p:spPr>
          <a:xfrm>
            <a:off x="777018" y="4212431"/>
            <a:ext cx="4363375" cy="13880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975" lvl="0" indent="-180975">
              <a:lnSpc>
                <a:spcPct val="130000"/>
              </a:lnSpc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prstClr val="black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받은 금액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60% </a:t>
            </a:r>
            <a:r>
              <a:rPr lang="ko-KR" altLang="en-US" dirty="0">
                <a:solidFill>
                  <a:schemeClr val="accent6">
                    <a:lumMod val="7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필요경비 </a:t>
            </a:r>
            <a:r>
              <a:rPr lang="ko-KR" altLang="en-US" sz="1600" dirty="0">
                <a:solidFill>
                  <a:prstClr val="black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인정</a:t>
            </a:r>
            <a:endParaRPr lang="en-US" altLang="ko-KR" sz="1600" dirty="0">
              <a:solidFill>
                <a:prstClr val="black"/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 marL="180975" lvl="0" indent="-180975">
              <a:lnSpc>
                <a:spcPct val="130000"/>
              </a:lnSpc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prstClr val="black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기타소득 </a:t>
            </a:r>
            <a:r>
              <a:rPr lang="ko-KR" altLang="en-US" dirty="0">
                <a:solidFill>
                  <a:schemeClr val="accent6">
                    <a:lumMod val="7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원천징수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22%</a:t>
            </a:r>
            <a:r>
              <a:rPr lang="en-US" altLang="ko-KR" sz="1600" dirty="0">
                <a:solidFill>
                  <a:prstClr val="black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(</a:t>
            </a:r>
            <a:r>
              <a:rPr lang="ko-KR" altLang="en-US" sz="1600" dirty="0">
                <a:solidFill>
                  <a:prstClr val="black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주민세포함</a:t>
            </a:r>
            <a:r>
              <a:rPr lang="en-US" altLang="ko-KR" sz="1600" dirty="0">
                <a:solidFill>
                  <a:prstClr val="black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) </a:t>
            </a:r>
          </a:p>
          <a:p>
            <a:pPr marL="180975" lvl="0" indent="-180975">
              <a:lnSpc>
                <a:spcPct val="130000"/>
              </a:lnSpc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300</a:t>
            </a:r>
            <a:r>
              <a:rPr lang="ko-KR" altLang="en-US" dirty="0">
                <a:solidFill>
                  <a:schemeClr val="accent6">
                    <a:lumMod val="7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만원 초과시 </a:t>
            </a:r>
            <a:r>
              <a:rPr lang="ko-KR" altLang="en-US" sz="1600" dirty="0">
                <a:solidFill>
                  <a:prstClr val="black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다른 소득과 </a:t>
            </a:r>
            <a:r>
              <a:rPr lang="ko-KR" altLang="en-US" dirty="0">
                <a:solidFill>
                  <a:schemeClr val="accent6">
                    <a:lumMod val="7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합산과세 </a:t>
            </a:r>
          </a:p>
          <a:p>
            <a:pPr lvl="0">
              <a:buClr>
                <a:schemeClr val="tx1"/>
              </a:buClr>
              <a:buSzPct val="100000"/>
            </a:pPr>
            <a:r>
              <a:rPr lang="en-US" altLang="ko-KR" sz="1400" dirty="0">
                <a:solidFill>
                  <a:prstClr val="black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   _ </a:t>
            </a:r>
            <a:r>
              <a:rPr lang="ko-KR" altLang="en-US" sz="1400" dirty="0">
                <a:solidFill>
                  <a:prstClr val="black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소득세법</a:t>
            </a:r>
            <a:r>
              <a:rPr lang="en-US" altLang="ko-KR" sz="1400" dirty="0">
                <a:solidFill>
                  <a:prstClr val="black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145 ① </a:t>
            </a:r>
          </a:p>
        </p:txBody>
      </p:sp>
    </p:spTree>
    <p:extLst>
      <p:ext uri="{BB962C8B-B14F-4D97-AF65-F5344CB8AC3E}">
        <p14:creationId xmlns:p14="http://schemas.microsoft.com/office/powerpoint/2010/main" val="38681797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특허권 매각을 통한 상환</a:t>
            </a:r>
            <a:r>
              <a:rPr lang="en-US" altLang="ko-KR" dirty="0"/>
              <a:t>_ </a:t>
            </a:r>
            <a:r>
              <a:rPr lang="ko-KR" altLang="en-US" sz="2000" dirty="0"/>
              <a:t>소요시간</a:t>
            </a:r>
          </a:p>
        </p:txBody>
      </p:sp>
      <p:cxnSp>
        <p:nvCxnSpPr>
          <p:cNvPr id="4" name="직선 연결선 3"/>
          <p:cNvCxnSpPr/>
          <p:nvPr/>
        </p:nvCxnSpPr>
        <p:spPr>
          <a:xfrm>
            <a:off x="1622374" y="2105243"/>
            <a:ext cx="1994201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753972" y="2105243"/>
            <a:ext cx="1781773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6 ~8</a:t>
            </a:r>
            <a:r>
              <a:rPr lang="ko-KR" altLang="en-US" sz="16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개월 소요 </a:t>
            </a:r>
            <a:endParaRPr lang="en-US" altLang="ko-KR" sz="16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ctr"/>
            <a:r>
              <a:rPr lang="ko-KR" altLang="en-US" sz="12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특허기획출원</a:t>
            </a:r>
            <a:endParaRPr lang="en-US" altLang="ko-KR" sz="1200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 algn="ctr"/>
            <a:r>
              <a:rPr lang="ko-KR" altLang="en-US" sz="12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선행기술 조사</a:t>
            </a:r>
            <a:endParaRPr lang="en-US" altLang="ko-KR" sz="1200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 algn="ctr"/>
            <a:r>
              <a:rPr lang="ko-KR" altLang="en-US" sz="12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우선심사</a:t>
            </a:r>
          </a:p>
        </p:txBody>
      </p:sp>
      <p:grpSp>
        <p:nvGrpSpPr>
          <p:cNvPr id="6" name="그룹 5"/>
          <p:cNvGrpSpPr/>
          <p:nvPr/>
        </p:nvGrpSpPr>
        <p:grpSpPr>
          <a:xfrm>
            <a:off x="1388636" y="1403210"/>
            <a:ext cx="2512434" cy="627612"/>
            <a:chOff x="1806203" y="3380862"/>
            <a:chExt cx="2871598" cy="627612"/>
          </a:xfrm>
        </p:grpSpPr>
        <p:sp>
          <p:nvSpPr>
            <p:cNvPr id="7" name="갈매기형 수장 6"/>
            <p:cNvSpPr/>
            <p:nvPr/>
          </p:nvSpPr>
          <p:spPr>
            <a:xfrm>
              <a:off x="1806203" y="3380862"/>
              <a:ext cx="2871598" cy="627612"/>
            </a:xfrm>
            <a:prstGeom prst="chevron">
              <a:avLst/>
            </a:prstGeom>
            <a:solidFill>
              <a:srgbClr val="00B0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073348" y="3503003"/>
              <a:ext cx="241922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000" dirty="0"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특허 만들기</a:t>
              </a:r>
            </a:p>
          </p:txBody>
        </p:sp>
      </p:grpSp>
      <p:grpSp>
        <p:nvGrpSpPr>
          <p:cNvPr id="9" name="그룹 8"/>
          <p:cNvGrpSpPr/>
          <p:nvPr/>
        </p:nvGrpSpPr>
        <p:grpSpPr>
          <a:xfrm>
            <a:off x="3678788" y="1403210"/>
            <a:ext cx="2512434" cy="627612"/>
            <a:chOff x="1806203" y="3380862"/>
            <a:chExt cx="2871598" cy="627612"/>
          </a:xfrm>
        </p:grpSpPr>
        <p:sp>
          <p:nvSpPr>
            <p:cNvPr id="10" name="갈매기형 수장 9"/>
            <p:cNvSpPr/>
            <p:nvPr/>
          </p:nvSpPr>
          <p:spPr>
            <a:xfrm>
              <a:off x="1806203" y="3380862"/>
              <a:ext cx="2871598" cy="627612"/>
            </a:xfrm>
            <a:prstGeom prst="chevron">
              <a:avLst/>
            </a:prstGeom>
            <a:solidFill>
              <a:srgbClr val="00B0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073348" y="3503003"/>
              <a:ext cx="241922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000" dirty="0"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특허권 가치 평가</a:t>
              </a:r>
            </a:p>
          </p:txBody>
        </p:sp>
      </p:grpSp>
      <p:grpSp>
        <p:nvGrpSpPr>
          <p:cNvPr id="12" name="그룹 11"/>
          <p:cNvGrpSpPr/>
          <p:nvPr/>
        </p:nvGrpSpPr>
        <p:grpSpPr>
          <a:xfrm>
            <a:off x="5965199" y="1403210"/>
            <a:ext cx="2512434" cy="627612"/>
            <a:chOff x="1806203" y="3380862"/>
            <a:chExt cx="2871598" cy="627612"/>
          </a:xfrm>
        </p:grpSpPr>
        <p:sp>
          <p:nvSpPr>
            <p:cNvPr id="13" name="갈매기형 수장 12"/>
            <p:cNvSpPr/>
            <p:nvPr/>
          </p:nvSpPr>
          <p:spPr>
            <a:xfrm>
              <a:off x="1806203" y="3380862"/>
              <a:ext cx="2871598" cy="627612"/>
            </a:xfrm>
            <a:prstGeom prst="chevron">
              <a:avLst/>
            </a:prstGeom>
            <a:solidFill>
              <a:srgbClr val="00B0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073348" y="3503003"/>
              <a:ext cx="241922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000" dirty="0"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세무</a:t>
              </a:r>
              <a:r>
                <a:rPr lang="en-US" altLang="ko-KR" sz="2000" dirty="0"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, </a:t>
              </a:r>
              <a:r>
                <a:rPr lang="ko-KR" altLang="en-US" sz="2000" dirty="0"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회계처리</a:t>
              </a:r>
            </a:p>
          </p:txBody>
        </p:sp>
      </p:grpSp>
      <p:cxnSp>
        <p:nvCxnSpPr>
          <p:cNvPr id="15" name="직선 연결선 14"/>
          <p:cNvCxnSpPr/>
          <p:nvPr/>
        </p:nvCxnSpPr>
        <p:spPr>
          <a:xfrm>
            <a:off x="3901075" y="2105243"/>
            <a:ext cx="1994201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/>
        </p:nvCxnSpPr>
        <p:spPr>
          <a:xfrm>
            <a:off x="6224320" y="2105243"/>
            <a:ext cx="1994201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007289" y="2105243"/>
            <a:ext cx="17817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</a:t>
            </a:r>
            <a:r>
              <a:rPr lang="ko-KR" altLang="en-US" sz="16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개월 소요 </a:t>
            </a:r>
            <a:endParaRPr lang="en-US" altLang="ko-KR" sz="16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ctr"/>
            <a:r>
              <a:rPr lang="ko-KR" altLang="en-US" sz="12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감정평가법인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6373" y="2105243"/>
            <a:ext cx="17817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</a:t>
            </a:r>
            <a:r>
              <a:rPr lang="ko-KR" altLang="en-US" sz="16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개월 소요 </a:t>
            </a:r>
            <a:endParaRPr lang="en-US" altLang="ko-KR" sz="16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ctr"/>
            <a:r>
              <a:rPr lang="ko-KR" altLang="en-US" sz="12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국세청 제출용 서류 </a:t>
            </a:r>
            <a:endParaRPr lang="en-US" altLang="ko-KR" sz="1200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 algn="ctr"/>
            <a:r>
              <a:rPr lang="ko-KR" altLang="en-US" sz="12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양수도 용도</a:t>
            </a:r>
          </a:p>
        </p:txBody>
      </p:sp>
      <p:cxnSp>
        <p:nvCxnSpPr>
          <p:cNvPr id="19" name="직선 연결선 18"/>
          <p:cNvCxnSpPr/>
          <p:nvPr/>
        </p:nvCxnSpPr>
        <p:spPr>
          <a:xfrm>
            <a:off x="1622374" y="3727532"/>
            <a:ext cx="1994201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753972" y="3727533"/>
            <a:ext cx="1781773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1~3</a:t>
            </a:r>
            <a:r>
              <a:rPr lang="ko-KR" altLang="en-US" sz="16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개월 소요 </a:t>
            </a:r>
            <a:endParaRPr lang="en-US" altLang="ko-KR" sz="16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ctr"/>
            <a:r>
              <a:rPr lang="ko-KR" altLang="en-US" sz="12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디자인기획출원</a:t>
            </a:r>
            <a:endParaRPr lang="en-US" altLang="ko-KR" sz="1200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 algn="ctr"/>
            <a:r>
              <a:rPr lang="ko-KR" altLang="en-US" sz="12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선행기술 조사</a:t>
            </a:r>
            <a:endParaRPr lang="en-US" altLang="ko-KR" sz="1200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 algn="ctr"/>
            <a:r>
              <a:rPr lang="ko-KR" altLang="en-US" sz="12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우선심사</a:t>
            </a:r>
          </a:p>
        </p:txBody>
      </p:sp>
      <p:grpSp>
        <p:nvGrpSpPr>
          <p:cNvPr id="21" name="그룹 20"/>
          <p:cNvGrpSpPr/>
          <p:nvPr/>
        </p:nvGrpSpPr>
        <p:grpSpPr>
          <a:xfrm>
            <a:off x="1388636" y="3025500"/>
            <a:ext cx="2512434" cy="627612"/>
            <a:chOff x="1806203" y="3380862"/>
            <a:chExt cx="2871598" cy="627612"/>
          </a:xfrm>
          <a:solidFill>
            <a:srgbClr val="2389A1"/>
          </a:solidFill>
        </p:grpSpPr>
        <p:sp>
          <p:nvSpPr>
            <p:cNvPr id="22" name="갈매기형 수장 21"/>
            <p:cNvSpPr/>
            <p:nvPr/>
          </p:nvSpPr>
          <p:spPr>
            <a:xfrm>
              <a:off x="1806203" y="3380862"/>
              <a:ext cx="2871598" cy="627612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073348" y="3503003"/>
              <a:ext cx="241922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000" dirty="0"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디자인 만들기</a:t>
              </a:r>
            </a:p>
          </p:txBody>
        </p:sp>
      </p:grpSp>
      <p:grpSp>
        <p:nvGrpSpPr>
          <p:cNvPr id="24" name="그룹 23"/>
          <p:cNvGrpSpPr/>
          <p:nvPr/>
        </p:nvGrpSpPr>
        <p:grpSpPr>
          <a:xfrm>
            <a:off x="3678788" y="3025500"/>
            <a:ext cx="2512434" cy="627612"/>
            <a:chOff x="1806203" y="3380862"/>
            <a:chExt cx="2871598" cy="627612"/>
          </a:xfrm>
          <a:solidFill>
            <a:srgbClr val="2389A1"/>
          </a:solidFill>
        </p:grpSpPr>
        <p:sp>
          <p:nvSpPr>
            <p:cNvPr id="25" name="갈매기형 수장 24"/>
            <p:cNvSpPr/>
            <p:nvPr/>
          </p:nvSpPr>
          <p:spPr>
            <a:xfrm>
              <a:off x="1806203" y="3380862"/>
              <a:ext cx="2871598" cy="627612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2073348" y="3503003"/>
              <a:ext cx="241922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000" dirty="0"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디자인 가치 평가</a:t>
              </a:r>
            </a:p>
          </p:txBody>
        </p:sp>
      </p:grpSp>
      <p:grpSp>
        <p:nvGrpSpPr>
          <p:cNvPr id="27" name="그룹 26"/>
          <p:cNvGrpSpPr/>
          <p:nvPr/>
        </p:nvGrpSpPr>
        <p:grpSpPr>
          <a:xfrm>
            <a:off x="5965199" y="3025500"/>
            <a:ext cx="2512434" cy="627612"/>
            <a:chOff x="1806203" y="3380862"/>
            <a:chExt cx="2871598" cy="627612"/>
          </a:xfrm>
          <a:solidFill>
            <a:srgbClr val="2389A1"/>
          </a:solidFill>
        </p:grpSpPr>
        <p:sp>
          <p:nvSpPr>
            <p:cNvPr id="28" name="갈매기형 수장 27"/>
            <p:cNvSpPr/>
            <p:nvPr/>
          </p:nvSpPr>
          <p:spPr>
            <a:xfrm>
              <a:off x="1806203" y="3380862"/>
              <a:ext cx="2871598" cy="627612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073348" y="3503003"/>
              <a:ext cx="241922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000" dirty="0"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세무</a:t>
              </a:r>
              <a:r>
                <a:rPr lang="en-US" altLang="ko-KR" sz="2000" dirty="0"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, </a:t>
              </a:r>
              <a:r>
                <a:rPr lang="ko-KR" altLang="en-US" sz="2000" dirty="0"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회계처리</a:t>
              </a:r>
            </a:p>
          </p:txBody>
        </p:sp>
      </p:grpSp>
      <p:cxnSp>
        <p:nvCxnSpPr>
          <p:cNvPr id="30" name="직선 연결선 29"/>
          <p:cNvCxnSpPr/>
          <p:nvPr/>
        </p:nvCxnSpPr>
        <p:spPr>
          <a:xfrm>
            <a:off x="3901075" y="3727532"/>
            <a:ext cx="1994201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/>
          <p:nvPr/>
        </p:nvCxnSpPr>
        <p:spPr>
          <a:xfrm>
            <a:off x="6224320" y="3727532"/>
            <a:ext cx="1994201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007289" y="3727532"/>
            <a:ext cx="17817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</a:t>
            </a:r>
            <a:r>
              <a:rPr lang="ko-KR" altLang="en-US" sz="16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개월 소요 </a:t>
            </a:r>
            <a:endParaRPr lang="en-US" altLang="ko-KR" sz="16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ctr"/>
            <a:r>
              <a:rPr lang="ko-KR" altLang="en-US" sz="12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감정평가법인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66373" y="3727533"/>
            <a:ext cx="17817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</a:t>
            </a:r>
            <a:r>
              <a:rPr lang="ko-KR" altLang="en-US" sz="16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개월 소요 </a:t>
            </a:r>
            <a:endParaRPr lang="en-US" altLang="ko-KR" sz="16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ctr"/>
            <a:r>
              <a:rPr lang="ko-KR" altLang="en-US" sz="12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국세청 제출용 서류 </a:t>
            </a:r>
            <a:endParaRPr lang="en-US" altLang="ko-KR" sz="1200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 algn="ctr"/>
            <a:r>
              <a:rPr lang="ko-KR" altLang="en-US" sz="12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양수도 용도</a:t>
            </a:r>
          </a:p>
        </p:txBody>
      </p:sp>
      <p:cxnSp>
        <p:nvCxnSpPr>
          <p:cNvPr id="34" name="직선 연결선 33"/>
          <p:cNvCxnSpPr/>
          <p:nvPr/>
        </p:nvCxnSpPr>
        <p:spPr>
          <a:xfrm>
            <a:off x="1622374" y="5436725"/>
            <a:ext cx="1994201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753972" y="5436727"/>
            <a:ext cx="1781773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1~3</a:t>
            </a:r>
            <a:r>
              <a:rPr lang="ko-KR" altLang="en-US" sz="16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개월 소요 </a:t>
            </a:r>
            <a:endParaRPr lang="en-US" altLang="ko-KR" sz="16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ctr"/>
            <a:r>
              <a:rPr lang="ko-KR" altLang="en-US" sz="12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상표권기획출원</a:t>
            </a:r>
            <a:endParaRPr lang="en-US" altLang="ko-KR" sz="1200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 algn="ctr"/>
            <a:r>
              <a:rPr lang="ko-KR" altLang="en-US" sz="12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선행기술 조사</a:t>
            </a:r>
            <a:endParaRPr lang="en-US" altLang="ko-KR" sz="1200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 algn="ctr"/>
            <a:r>
              <a:rPr lang="ko-KR" altLang="en-US" sz="12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우선심사</a:t>
            </a:r>
          </a:p>
        </p:txBody>
      </p:sp>
      <p:grpSp>
        <p:nvGrpSpPr>
          <p:cNvPr id="36" name="그룹 35"/>
          <p:cNvGrpSpPr/>
          <p:nvPr/>
        </p:nvGrpSpPr>
        <p:grpSpPr>
          <a:xfrm>
            <a:off x="1388636" y="4734692"/>
            <a:ext cx="2512434" cy="627612"/>
            <a:chOff x="1806203" y="3380862"/>
            <a:chExt cx="2871598" cy="627612"/>
          </a:xfrm>
          <a:solidFill>
            <a:srgbClr val="0E5494"/>
          </a:solidFill>
        </p:grpSpPr>
        <p:sp>
          <p:nvSpPr>
            <p:cNvPr id="37" name="갈매기형 수장 36"/>
            <p:cNvSpPr/>
            <p:nvPr/>
          </p:nvSpPr>
          <p:spPr>
            <a:xfrm>
              <a:off x="1806203" y="3380862"/>
              <a:ext cx="2871598" cy="627612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2073348" y="3503003"/>
              <a:ext cx="241922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000" dirty="0"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상표권 만들기</a:t>
              </a:r>
            </a:p>
          </p:txBody>
        </p:sp>
      </p:grpSp>
      <p:grpSp>
        <p:nvGrpSpPr>
          <p:cNvPr id="39" name="그룹 38"/>
          <p:cNvGrpSpPr/>
          <p:nvPr/>
        </p:nvGrpSpPr>
        <p:grpSpPr>
          <a:xfrm>
            <a:off x="3678788" y="4734692"/>
            <a:ext cx="2512434" cy="627612"/>
            <a:chOff x="1806203" y="3380862"/>
            <a:chExt cx="2871598" cy="627612"/>
          </a:xfrm>
          <a:solidFill>
            <a:srgbClr val="0E5494"/>
          </a:solidFill>
        </p:grpSpPr>
        <p:sp>
          <p:nvSpPr>
            <p:cNvPr id="40" name="갈매기형 수장 39"/>
            <p:cNvSpPr/>
            <p:nvPr/>
          </p:nvSpPr>
          <p:spPr>
            <a:xfrm>
              <a:off x="1806203" y="3380862"/>
              <a:ext cx="2871598" cy="627612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2073348" y="3503003"/>
              <a:ext cx="241922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000" dirty="0"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상표권 가치 평가</a:t>
              </a:r>
            </a:p>
          </p:txBody>
        </p:sp>
      </p:grpSp>
      <p:grpSp>
        <p:nvGrpSpPr>
          <p:cNvPr id="42" name="그룹 41"/>
          <p:cNvGrpSpPr/>
          <p:nvPr/>
        </p:nvGrpSpPr>
        <p:grpSpPr>
          <a:xfrm>
            <a:off x="5965199" y="4734692"/>
            <a:ext cx="2512434" cy="627612"/>
            <a:chOff x="1806203" y="3380862"/>
            <a:chExt cx="2871598" cy="627612"/>
          </a:xfrm>
          <a:solidFill>
            <a:srgbClr val="0E5494"/>
          </a:solidFill>
        </p:grpSpPr>
        <p:sp>
          <p:nvSpPr>
            <p:cNvPr id="43" name="갈매기형 수장 42"/>
            <p:cNvSpPr/>
            <p:nvPr/>
          </p:nvSpPr>
          <p:spPr>
            <a:xfrm>
              <a:off x="1806203" y="3380862"/>
              <a:ext cx="2871598" cy="627612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2073348" y="3503003"/>
              <a:ext cx="241922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000" dirty="0"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세무</a:t>
              </a:r>
              <a:r>
                <a:rPr lang="en-US" altLang="ko-KR" sz="2000" dirty="0"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, </a:t>
              </a:r>
              <a:r>
                <a:rPr lang="ko-KR" altLang="en-US" sz="2000" dirty="0"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회계처리</a:t>
              </a:r>
            </a:p>
          </p:txBody>
        </p:sp>
      </p:grpSp>
      <p:cxnSp>
        <p:nvCxnSpPr>
          <p:cNvPr id="45" name="직선 연결선 44"/>
          <p:cNvCxnSpPr/>
          <p:nvPr/>
        </p:nvCxnSpPr>
        <p:spPr>
          <a:xfrm>
            <a:off x="3901075" y="5436725"/>
            <a:ext cx="1994201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/>
          <p:cNvCxnSpPr/>
          <p:nvPr/>
        </p:nvCxnSpPr>
        <p:spPr>
          <a:xfrm>
            <a:off x="6224320" y="5436725"/>
            <a:ext cx="1994201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4007289" y="5436725"/>
            <a:ext cx="17817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</a:t>
            </a:r>
            <a:r>
              <a:rPr lang="ko-KR" altLang="en-US" sz="16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개월 소요 </a:t>
            </a:r>
            <a:endParaRPr lang="en-US" altLang="ko-KR" sz="16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ctr"/>
            <a:r>
              <a:rPr lang="ko-KR" altLang="en-US" sz="12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감정평가법인 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66373" y="5436725"/>
            <a:ext cx="17817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</a:t>
            </a:r>
            <a:r>
              <a:rPr lang="ko-KR" altLang="en-US" sz="16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개월 소요 </a:t>
            </a:r>
            <a:endParaRPr lang="en-US" altLang="ko-KR" sz="16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ctr"/>
            <a:r>
              <a:rPr lang="ko-KR" altLang="en-US" sz="12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국세청 제출용 서류 </a:t>
            </a:r>
            <a:endParaRPr lang="en-US" altLang="ko-KR" sz="1200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 algn="ctr"/>
            <a:r>
              <a:rPr lang="ko-KR" altLang="en-US" sz="12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양수도 용도</a:t>
            </a:r>
          </a:p>
        </p:txBody>
      </p:sp>
    </p:spTree>
    <p:extLst>
      <p:ext uri="{BB962C8B-B14F-4D97-AF65-F5344CB8AC3E}">
        <p14:creationId xmlns:p14="http://schemas.microsoft.com/office/powerpoint/2010/main" val="2650273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/>
        </p:nvSpPr>
        <p:spPr>
          <a:xfrm>
            <a:off x="1225406" y="1288607"/>
            <a:ext cx="7344816" cy="4978421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62" dirty="0"/>
          </a:p>
        </p:txBody>
      </p:sp>
      <p:grpSp>
        <p:nvGrpSpPr>
          <p:cNvPr id="12" name="그룹 11"/>
          <p:cNvGrpSpPr/>
          <p:nvPr/>
        </p:nvGrpSpPr>
        <p:grpSpPr>
          <a:xfrm>
            <a:off x="1002792" y="1470041"/>
            <a:ext cx="3158120" cy="601322"/>
            <a:chOff x="585672" y="1520924"/>
            <a:chExt cx="3983570" cy="560344"/>
          </a:xfrm>
        </p:grpSpPr>
        <p:sp>
          <p:nvSpPr>
            <p:cNvPr id="13" name="이등변 삼각형 12"/>
            <p:cNvSpPr/>
            <p:nvPr/>
          </p:nvSpPr>
          <p:spPr bwMode="auto">
            <a:xfrm rot="1939526" flipH="1">
              <a:off x="643650" y="1851259"/>
              <a:ext cx="326045" cy="230009"/>
            </a:xfrm>
            <a:prstGeom prst="triangl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62"/>
            </a:p>
          </p:txBody>
        </p:sp>
        <p:sp>
          <p:nvSpPr>
            <p:cNvPr id="14" name="직사각형 13"/>
            <p:cNvSpPr/>
            <p:nvPr/>
          </p:nvSpPr>
          <p:spPr bwMode="auto">
            <a:xfrm>
              <a:off x="585672" y="1520924"/>
              <a:ext cx="3983570" cy="479483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62"/>
            </a:p>
          </p:txBody>
        </p: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특허권 컨설팅 진행 과정 시 유의점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1222404" y="1541917"/>
            <a:ext cx="553079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컨설팅 </a:t>
            </a:r>
            <a:r>
              <a:rPr lang="ko-KR" altLang="en-US" dirty="0" err="1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진행시</a:t>
            </a:r>
            <a:r>
              <a:rPr lang="ko-KR" altLang="en-US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체크 리스트 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423F43C4-5AD5-44F2-B984-70F2302DC933}"/>
              </a:ext>
            </a:extLst>
          </p:cNvPr>
          <p:cNvGrpSpPr/>
          <p:nvPr/>
        </p:nvGrpSpPr>
        <p:grpSpPr>
          <a:xfrm>
            <a:off x="1558224" y="2631622"/>
            <a:ext cx="7122371" cy="3528641"/>
            <a:chOff x="1165375" y="2507361"/>
            <a:chExt cx="7122371" cy="3528641"/>
          </a:xfrm>
        </p:grpSpPr>
        <p:grpSp>
          <p:nvGrpSpPr>
            <p:cNvPr id="15" name="그룹 606"/>
            <p:cNvGrpSpPr/>
            <p:nvPr/>
          </p:nvGrpSpPr>
          <p:grpSpPr>
            <a:xfrm>
              <a:off x="1165375" y="2507361"/>
              <a:ext cx="442974" cy="409165"/>
              <a:chOff x="629248" y="2303699"/>
              <a:chExt cx="442974" cy="443262"/>
            </a:xfrm>
            <a:solidFill>
              <a:srgbClr val="0E5494"/>
            </a:solidFill>
          </p:grpSpPr>
          <p:sp>
            <p:nvSpPr>
              <p:cNvPr id="16" name="Freeform 5"/>
              <p:cNvSpPr>
                <a:spLocks/>
              </p:cNvSpPr>
              <p:nvPr/>
            </p:nvSpPr>
            <p:spPr bwMode="auto">
              <a:xfrm rot="8483127" flipH="1">
                <a:off x="629248" y="2303699"/>
                <a:ext cx="442974" cy="443262"/>
              </a:xfrm>
              <a:custGeom>
                <a:avLst/>
                <a:gdLst/>
                <a:ahLst/>
                <a:cxnLst>
                  <a:cxn ang="0">
                    <a:pos x="2480" y="318"/>
                  </a:cxn>
                  <a:cxn ang="0">
                    <a:pos x="2316" y="209"/>
                  </a:cxn>
                  <a:cxn ang="0">
                    <a:pos x="2143" y="120"/>
                  </a:cxn>
                  <a:cxn ang="0">
                    <a:pos x="1958" y="56"/>
                  </a:cxn>
                  <a:cxn ang="0">
                    <a:pos x="1771" y="16"/>
                  </a:cxn>
                  <a:cxn ang="0">
                    <a:pos x="1581" y="0"/>
                  </a:cxn>
                  <a:cxn ang="0">
                    <a:pos x="1388" y="5"/>
                  </a:cxn>
                  <a:cxn ang="0">
                    <a:pos x="1198" y="37"/>
                  </a:cxn>
                  <a:cxn ang="0">
                    <a:pos x="1011" y="94"/>
                  </a:cxn>
                  <a:cxn ang="0">
                    <a:pos x="829" y="171"/>
                  </a:cxn>
                  <a:cxn ang="0">
                    <a:pos x="658" y="276"/>
                  </a:cxn>
                  <a:cxn ang="0">
                    <a:pos x="490" y="412"/>
                  </a:cxn>
                  <a:cxn ang="0">
                    <a:pos x="332" y="583"/>
                  </a:cxn>
                  <a:cxn ang="0">
                    <a:pos x="203" y="770"/>
                  </a:cxn>
                  <a:cxn ang="0">
                    <a:pos x="107" y="974"/>
                  </a:cxn>
                  <a:cxn ang="0">
                    <a:pos x="40" y="1185"/>
                  </a:cxn>
                  <a:cxn ang="0">
                    <a:pos x="5" y="1404"/>
                  </a:cxn>
                  <a:cxn ang="0">
                    <a:pos x="0" y="1626"/>
                  </a:cxn>
                  <a:cxn ang="0">
                    <a:pos x="29" y="1848"/>
                  </a:cxn>
                  <a:cxn ang="0">
                    <a:pos x="91" y="2065"/>
                  </a:cxn>
                  <a:cxn ang="0">
                    <a:pos x="185" y="2271"/>
                  </a:cxn>
                  <a:cxn ang="0">
                    <a:pos x="310" y="2468"/>
                  </a:cxn>
                  <a:cxn ang="0">
                    <a:pos x="465" y="2645"/>
                  </a:cxn>
                  <a:cxn ang="0">
                    <a:pos x="645" y="2792"/>
                  </a:cxn>
                  <a:cxn ang="0">
                    <a:pos x="837" y="2910"/>
                  </a:cxn>
                  <a:cxn ang="0">
                    <a:pos x="1043" y="2998"/>
                  </a:cxn>
                  <a:cxn ang="0">
                    <a:pos x="1257" y="3054"/>
                  </a:cxn>
                  <a:cxn ang="0">
                    <a:pos x="1479" y="3078"/>
                  </a:cxn>
                  <a:cxn ang="0">
                    <a:pos x="1701" y="3070"/>
                  </a:cxn>
                  <a:cxn ang="0">
                    <a:pos x="1921" y="3033"/>
                  </a:cxn>
                  <a:cxn ang="0">
                    <a:pos x="2135" y="2961"/>
                  </a:cxn>
                  <a:cxn ang="0">
                    <a:pos x="2338" y="2856"/>
                  </a:cxn>
                  <a:cxn ang="0">
                    <a:pos x="2530" y="2720"/>
                  </a:cxn>
                  <a:cxn ang="0">
                    <a:pos x="2678" y="2578"/>
                  </a:cxn>
                  <a:cxn ang="0">
                    <a:pos x="2803" y="2423"/>
                  </a:cxn>
                  <a:cxn ang="0">
                    <a:pos x="2905" y="2255"/>
                  </a:cxn>
                  <a:cxn ang="0">
                    <a:pos x="2982" y="2078"/>
                  </a:cxn>
                  <a:cxn ang="0">
                    <a:pos x="3039" y="1894"/>
                  </a:cxn>
                  <a:cxn ang="0">
                    <a:pos x="3071" y="1704"/>
                  </a:cxn>
                  <a:cxn ang="0">
                    <a:pos x="3079" y="1511"/>
                  </a:cxn>
                  <a:cxn ang="0">
                    <a:pos x="3065" y="1321"/>
                  </a:cxn>
                  <a:cxn ang="0">
                    <a:pos x="3025" y="1131"/>
                  </a:cxn>
                  <a:cxn ang="0">
                    <a:pos x="2961" y="947"/>
                  </a:cxn>
                </a:cxnLst>
                <a:rect l="0" t="0" r="r" b="b"/>
                <a:pathLst>
                  <a:path w="3079" h="3081">
                    <a:moveTo>
                      <a:pt x="2905" y="826"/>
                    </a:moveTo>
                    <a:lnTo>
                      <a:pt x="3031" y="289"/>
                    </a:lnTo>
                    <a:lnTo>
                      <a:pt x="2480" y="318"/>
                    </a:lnTo>
                    <a:lnTo>
                      <a:pt x="2426" y="278"/>
                    </a:lnTo>
                    <a:lnTo>
                      <a:pt x="2373" y="243"/>
                    </a:lnTo>
                    <a:lnTo>
                      <a:pt x="2316" y="209"/>
                    </a:lnTo>
                    <a:lnTo>
                      <a:pt x="2258" y="177"/>
                    </a:lnTo>
                    <a:lnTo>
                      <a:pt x="2201" y="147"/>
                    </a:lnTo>
                    <a:lnTo>
                      <a:pt x="2143" y="120"/>
                    </a:lnTo>
                    <a:lnTo>
                      <a:pt x="2081" y="96"/>
                    </a:lnTo>
                    <a:lnTo>
                      <a:pt x="2020" y="75"/>
                    </a:lnTo>
                    <a:lnTo>
                      <a:pt x="1958" y="56"/>
                    </a:lnTo>
                    <a:lnTo>
                      <a:pt x="1896" y="40"/>
                    </a:lnTo>
                    <a:lnTo>
                      <a:pt x="1835" y="27"/>
                    </a:lnTo>
                    <a:lnTo>
                      <a:pt x="1771" y="16"/>
                    </a:lnTo>
                    <a:lnTo>
                      <a:pt x="1707" y="8"/>
                    </a:lnTo>
                    <a:lnTo>
                      <a:pt x="1645" y="3"/>
                    </a:lnTo>
                    <a:lnTo>
                      <a:pt x="1581" y="0"/>
                    </a:lnTo>
                    <a:lnTo>
                      <a:pt x="1517" y="0"/>
                    </a:lnTo>
                    <a:lnTo>
                      <a:pt x="1452" y="3"/>
                    </a:lnTo>
                    <a:lnTo>
                      <a:pt x="1388" y="5"/>
                    </a:lnTo>
                    <a:lnTo>
                      <a:pt x="1324" y="13"/>
                    </a:lnTo>
                    <a:lnTo>
                      <a:pt x="1260" y="24"/>
                    </a:lnTo>
                    <a:lnTo>
                      <a:pt x="1198" y="37"/>
                    </a:lnTo>
                    <a:lnTo>
                      <a:pt x="1134" y="54"/>
                    </a:lnTo>
                    <a:lnTo>
                      <a:pt x="1073" y="72"/>
                    </a:lnTo>
                    <a:lnTo>
                      <a:pt x="1011" y="94"/>
                    </a:lnTo>
                    <a:lnTo>
                      <a:pt x="950" y="115"/>
                    </a:lnTo>
                    <a:lnTo>
                      <a:pt x="888" y="142"/>
                    </a:lnTo>
                    <a:lnTo>
                      <a:pt x="829" y="171"/>
                    </a:lnTo>
                    <a:lnTo>
                      <a:pt x="770" y="203"/>
                    </a:lnTo>
                    <a:lnTo>
                      <a:pt x="714" y="238"/>
                    </a:lnTo>
                    <a:lnTo>
                      <a:pt x="658" y="276"/>
                    </a:lnTo>
                    <a:lnTo>
                      <a:pt x="602" y="316"/>
                    </a:lnTo>
                    <a:lnTo>
                      <a:pt x="548" y="358"/>
                    </a:lnTo>
                    <a:lnTo>
                      <a:pt x="490" y="412"/>
                    </a:lnTo>
                    <a:lnTo>
                      <a:pt x="433" y="465"/>
                    </a:lnTo>
                    <a:lnTo>
                      <a:pt x="380" y="524"/>
                    </a:lnTo>
                    <a:lnTo>
                      <a:pt x="332" y="583"/>
                    </a:lnTo>
                    <a:lnTo>
                      <a:pt x="286" y="645"/>
                    </a:lnTo>
                    <a:lnTo>
                      <a:pt x="243" y="706"/>
                    </a:lnTo>
                    <a:lnTo>
                      <a:pt x="203" y="770"/>
                    </a:lnTo>
                    <a:lnTo>
                      <a:pt x="169" y="837"/>
                    </a:lnTo>
                    <a:lnTo>
                      <a:pt x="136" y="904"/>
                    </a:lnTo>
                    <a:lnTo>
                      <a:pt x="107" y="974"/>
                    </a:lnTo>
                    <a:lnTo>
                      <a:pt x="80" y="1043"/>
                    </a:lnTo>
                    <a:lnTo>
                      <a:pt x="59" y="1115"/>
                    </a:lnTo>
                    <a:lnTo>
                      <a:pt x="40" y="1185"/>
                    </a:lnTo>
                    <a:lnTo>
                      <a:pt x="24" y="1260"/>
                    </a:lnTo>
                    <a:lnTo>
                      <a:pt x="13" y="1332"/>
                    </a:lnTo>
                    <a:lnTo>
                      <a:pt x="5" y="1404"/>
                    </a:lnTo>
                    <a:lnTo>
                      <a:pt x="0" y="1479"/>
                    </a:lnTo>
                    <a:lnTo>
                      <a:pt x="0" y="1554"/>
                    </a:lnTo>
                    <a:lnTo>
                      <a:pt x="0" y="1626"/>
                    </a:lnTo>
                    <a:lnTo>
                      <a:pt x="8" y="1701"/>
                    </a:lnTo>
                    <a:lnTo>
                      <a:pt x="16" y="1773"/>
                    </a:lnTo>
                    <a:lnTo>
                      <a:pt x="29" y="1848"/>
                    </a:lnTo>
                    <a:lnTo>
                      <a:pt x="45" y="1920"/>
                    </a:lnTo>
                    <a:lnTo>
                      <a:pt x="67" y="1992"/>
                    </a:lnTo>
                    <a:lnTo>
                      <a:pt x="91" y="2065"/>
                    </a:lnTo>
                    <a:lnTo>
                      <a:pt x="118" y="2134"/>
                    </a:lnTo>
                    <a:lnTo>
                      <a:pt x="150" y="2204"/>
                    </a:lnTo>
                    <a:lnTo>
                      <a:pt x="185" y="2271"/>
                    </a:lnTo>
                    <a:lnTo>
                      <a:pt x="222" y="2337"/>
                    </a:lnTo>
                    <a:lnTo>
                      <a:pt x="265" y="2404"/>
                    </a:lnTo>
                    <a:lnTo>
                      <a:pt x="310" y="2468"/>
                    </a:lnTo>
                    <a:lnTo>
                      <a:pt x="358" y="2530"/>
                    </a:lnTo>
                    <a:lnTo>
                      <a:pt x="412" y="2589"/>
                    </a:lnTo>
                    <a:lnTo>
                      <a:pt x="465" y="2645"/>
                    </a:lnTo>
                    <a:lnTo>
                      <a:pt x="524" y="2698"/>
                    </a:lnTo>
                    <a:lnTo>
                      <a:pt x="583" y="2747"/>
                    </a:lnTo>
                    <a:lnTo>
                      <a:pt x="645" y="2792"/>
                    </a:lnTo>
                    <a:lnTo>
                      <a:pt x="706" y="2835"/>
                    </a:lnTo>
                    <a:lnTo>
                      <a:pt x="770" y="2875"/>
                    </a:lnTo>
                    <a:lnTo>
                      <a:pt x="837" y="2910"/>
                    </a:lnTo>
                    <a:lnTo>
                      <a:pt x="904" y="2945"/>
                    </a:lnTo>
                    <a:lnTo>
                      <a:pt x="974" y="2971"/>
                    </a:lnTo>
                    <a:lnTo>
                      <a:pt x="1043" y="2998"/>
                    </a:lnTo>
                    <a:lnTo>
                      <a:pt x="1115" y="3019"/>
                    </a:lnTo>
                    <a:lnTo>
                      <a:pt x="1185" y="3038"/>
                    </a:lnTo>
                    <a:lnTo>
                      <a:pt x="1257" y="3054"/>
                    </a:lnTo>
                    <a:lnTo>
                      <a:pt x="1332" y="3065"/>
                    </a:lnTo>
                    <a:lnTo>
                      <a:pt x="1404" y="3073"/>
                    </a:lnTo>
                    <a:lnTo>
                      <a:pt x="1479" y="3078"/>
                    </a:lnTo>
                    <a:lnTo>
                      <a:pt x="1551" y="3081"/>
                    </a:lnTo>
                    <a:lnTo>
                      <a:pt x="1626" y="3078"/>
                    </a:lnTo>
                    <a:lnTo>
                      <a:pt x="1701" y="3070"/>
                    </a:lnTo>
                    <a:lnTo>
                      <a:pt x="1773" y="3062"/>
                    </a:lnTo>
                    <a:lnTo>
                      <a:pt x="1848" y="3049"/>
                    </a:lnTo>
                    <a:lnTo>
                      <a:pt x="1921" y="3033"/>
                    </a:lnTo>
                    <a:lnTo>
                      <a:pt x="1993" y="3011"/>
                    </a:lnTo>
                    <a:lnTo>
                      <a:pt x="2062" y="2987"/>
                    </a:lnTo>
                    <a:lnTo>
                      <a:pt x="2135" y="2961"/>
                    </a:lnTo>
                    <a:lnTo>
                      <a:pt x="2204" y="2928"/>
                    </a:lnTo>
                    <a:lnTo>
                      <a:pt x="2271" y="2894"/>
                    </a:lnTo>
                    <a:lnTo>
                      <a:pt x="2338" y="2856"/>
                    </a:lnTo>
                    <a:lnTo>
                      <a:pt x="2405" y="2813"/>
                    </a:lnTo>
                    <a:lnTo>
                      <a:pt x="2466" y="2768"/>
                    </a:lnTo>
                    <a:lnTo>
                      <a:pt x="2530" y="2720"/>
                    </a:lnTo>
                    <a:lnTo>
                      <a:pt x="2581" y="2674"/>
                    </a:lnTo>
                    <a:lnTo>
                      <a:pt x="2629" y="2626"/>
                    </a:lnTo>
                    <a:lnTo>
                      <a:pt x="2678" y="2578"/>
                    </a:lnTo>
                    <a:lnTo>
                      <a:pt x="2720" y="2527"/>
                    </a:lnTo>
                    <a:lnTo>
                      <a:pt x="2763" y="2477"/>
                    </a:lnTo>
                    <a:lnTo>
                      <a:pt x="2803" y="2423"/>
                    </a:lnTo>
                    <a:lnTo>
                      <a:pt x="2838" y="2367"/>
                    </a:lnTo>
                    <a:lnTo>
                      <a:pt x="2873" y="2313"/>
                    </a:lnTo>
                    <a:lnTo>
                      <a:pt x="2905" y="2255"/>
                    </a:lnTo>
                    <a:lnTo>
                      <a:pt x="2934" y="2196"/>
                    </a:lnTo>
                    <a:lnTo>
                      <a:pt x="2958" y="2137"/>
                    </a:lnTo>
                    <a:lnTo>
                      <a:pt x="2982" y="2078"/>
                    </a:lnTo>
                    <a:lnTo>
                      <a:pt x="3004" y="2017"/>
                    </a:lnTo>
                    <a:lnTo>
                      <a:pt x="3023" y="1955"/>
                    </a:lnTo>
                    <a:lnTo>
                      <a:pt x="3039" y="1894"/>
                    </a:lnTo>
                    <a:lnTo>
                      <a:pt x="3052" y="1829"/>
                    </a:lnTo>
                    <a:lnTo>
                      <a:pt x="3063" y="1768"/>
                    </a:lnTo>
                    <a:lnTo>
                      <a:pt x="3071" y="1704"/>
                    </a:lnTo>
                    <a:lnTo>
                      <a:pt x="3076" y="1639"/>
                    </a:lnTo>
                    <a:lnTo>
                      <a:pt x="3079" y="1575"/>
                    </a:lnTo>
                    <a:lnTo>
                      <a:pt x="3079" y="1511"/>
                    </a:lnTo>
                    <a:lnTo>
                      <a:pt x="3076" y="1447"/>
                    </a:lnTo>
                    <a:lnTo>
                      <a:pt x="3073" y="1383"/>
                    </a:lnTo>
                    <a:lnTo>
                      <a:pt x="3065" y="1321"/>
                    </a:lnTo>
                    <a:lnTo>
                      <a:pt x="3055" y="1257"/>
                    </a:lnTo>
                    <a:lnTo>
                      <a:pt x="3041" y="1193"/>
                    </a:lnTo>
                    <a:lnTo>
                      <a:pt x="3025" y="1131"/>
                    </a:lnTo>
                    <a:lnTo>
                      <a:pt x="3007" y="1067"/>
                    </a:lnTo>
                    <a:lnTo>
                      <a:pt x="2985" y="1006"/>
                    </a:lnTo>
                    <a:lnTo>
                      <a:pt x="2961" y="947"/>
                    </a:lnTo>
                    <a:lnTo>
                      <a:pt x="2934" y="885"/>
                    </a:lnTo>
                    <a:lnTo>
                      <a:pt x="2905" y="826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solidFill>
                  <a:schemeClr val="bg1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62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650690" y="2361714"/>
                <a:ext cx="390710" cy="310500"/>
              </a:xfrm>
              <a:prstGeom prst="roundRect">
                <a:avLst>
                  <a:gd name="adj" fmla="val 50000"/>
                </a:avLst>
              </a:prstGeom>
              <a:solidFill>
                <a:srgbClr val="0070C0"/>
              </a:solidFill>
            </p:spPr>
            <p:txBody>
              <a:bodyPr vert="horz" lIns="84393" tIns="42196" rIns="84393" bIns="42196" rtlCol="0" anchor="ctr">
                <a:noAutofit/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en-US" altLang="ko-KR" sz="1846" b="1" dirty="0">
                    <a:solidFill>
                      <a:schemeClr val="bg1"/>
                    </a:solidFill>
                    <a:latin typeface="Arial" pitchFamily="34" charset="0"/>
                    <a:ea typeface="+mj-ea"/>
                    <a:cs typeface="Arial" pitchFamily="34" charset="0"/>
                  </a:rPr>
                  <a:t>1</a:t>
                </a:r>
                <a:endParaRPr lang="ko-KR" altLang="en-US" sz="1846" b="1" dirty="0">
                  <a:solidFill>
                    <a:schemeClr val="bg1"/>
                  </a:solidFill>
                  <a:latin typeface="Arial" pitchFamily="34" charset="0"/>
                  <a:ea typeface="+mj-ea"/>
                  <a:cs typeface="Arial" pitchFamily="34" charset="0"/>
                </a:endParaRPr>
              </a:p>
            </p:txBody>
          </p:sp>
        </p:grpSp>
        <p:sp>
          <p:nvSpPr>
            <p:cNvPr id="4" name="TextBox 3"/>
            <p:cNvSpPr txBox="1"/>
            <p:nvPr/>
          </p:nvSpPr>
          <p:spPr>
            <a:xfrm>
              <a:off x="1698506" y="2539660"/>
              <a:ext cx="6589240" cy="34963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dirty="0">
                  <a:solidFill>
                    <a:srgbClr val="0070C0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발명의 완성 과정의 증빙 자료</a:t>
              </a:r>
              <a:endParaRPr lang="en-US" altLang="ko-KR" sz="1600" dirty="0">
                <a:solidFill>
                  <a:srgbClr val="0070C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  <a:p>
              <a:endParaRPr lang="en-US" altLang="ko-KR" sz="462" dirty="0">
                <a:solidFill>
                  <a:schemeClr val="tx1">
                    <a:lumMod val="95000"/>
                    <a:lumOff val="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  <a:p>
              <a:pPr marL="493847" indent="-161196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ko-KR" altLang="en-US" sz="1292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대표자의 발명노트 작성 및 메일 내역 </a:t>
              </a:r>
              <a:r>
                <a:rPr lang="en-US" altLang="ko-KR" sz="1292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(</a:t>
              </a:r>
              <a:r>
                <a:rPr lang="ko-KR" altLang="en-US" sz="1292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변리사와 주고 받은</a:t>
              </a:r>
              <a:r>
                <a:rPr lang="en-US" altLang="ko-KR" sz="1292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)</a:t>
              </a:r>
              <a:r>
                <a:rPr lang="ko-KR" altLang="en-US" sz="1292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 기록</a:t>
              </a:r>
              <a:endParaRPr lang="en-US" altLang="ko-KR" sz="1292" dirty="0">
                <a:solidFill>
                  <a:schemeClr val="tx1">
                    <a:lumMod val="95000"/>
                    <a:lumOff val="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  <a:p>
              <a:pPr marL="493847" indent="-161196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ko-KR" altLang="en-US" sz="1292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발명 미팅 시의 사진 자료 및 녹음 내역 기록</a:t>
              </a:r>
              <a:endParaRPr lang="en-US" altLang="ko-KR" sz="1292" dirty="0">
                <a:solidFill>
                  <a:schemeClr val="tx1">
                    <a:lumMod val="95000"/>
                    <a:lumOff val="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  <a:p>
              <a:endParaRPr lang="en-US" altLang="ko-KR" sz="1477" dirty="0">
                <a:solidFill>
                  <a:schemeClr val="tx1">
                    <a:lumMod val="95000"/>
                    <a:lumOff val="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  <a:p>
              <a:r>
                <a:rPr lang="ko-KR" altLang="en-US" sz="1600" dirty="0">
                  <a:solidFill>
                    <a:srgbClr val="0070C0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법인 대표의 비용으로 처리된 내역</a:t>
              </a:r>
              <a:endParaRPr lang="en-US" altLang="ko-KR" sz="1600" dirty="0">
                <a:solidFill>
                  <a:srgbClr val="0070C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  <a:p>
              <a:r>
                <a:rPr lang="en-US" altLang="ko-KR" sz="462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 </a:t>
              </a:r>
            </a:p>
            <a:p>
              <a:pPr marL="493847" indent="-161196">
                <a:buFont typeface="Arial" panose="020B0604020202020204" pitchFamily="34" charset="0"/>
                <a:buChar char="•"/>
              </a:pPr>
              <a:r>
                <a:rPr lang="ko-KR" altLang="en-US" sz="1292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대표 개인 비용으로 처리한 내역 </a:t>
              </a:r>
              <a:endParaRPr lang="en-US" altLang="ko-KR" sz="1292" dirty="0">
                <a:solidFill>
                  <a:schemeClr val="tx1">
                    <a:lumMod val="95000"/>
                    <a:lumOff val="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  <a:p>
              <a:endParaRPr lang="en-US" altLang="ko-KR" sz="1292" dirty="0">
                <a:solidFill>
                  <a:schemeClr val="tx1">
                    <a:lumMod val="95000"/>
                    <a:lumOff val="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  <a:p>
              <a:r>
                <a:rPr lang="ko-KR" altLang="en-US" sz="1600" u="sng" dirty="0">
                  <a:solidFill>
                    <a:srgbClr val="0070C0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기업부설연구소</a:t>
              </a:r>
              <a:r>
                <a:rPr lang="ko-KR" altLang="en-US" sz="1600" dirty="0">
                  <a:solidFill>
                    <a:srgbClr val="0070C0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가 있는 경우 처음부터 법인과 공동출원을 통한 지분 설정</a:t>
              </a:r>
              <a:endParaRPr lang="en-US" altLang="ko-KR" sz="1600" dirty="0">
                <a:solidFill>
                  <a:srgbClr val="0070C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  <a:p>
              <a:endParaRPr lang="en-US" altLang="ko-KR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  <a:p>
              <a:pPr marL="493847" indent="-161196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ko-KR" altLang="en-US" sz="1292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대표와 법인의 공동출원을 통한 지분 공유</a:t>
              </a:r>
              <a:r>
                <a:rPr lang="en-US" altLang="ko-KR" sz="1292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, </a:t>
              </a:r>
              <a:r>
                <a:rPr lang="ko-KR" altLang="en-US" sz="1292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비용도 지분 비율에 따라 공동으로 처리</a:t>
              </a:r>
              <a:endParaRPr lang="en-US" altLang="ko-KR" sz="1292" dirty="0">
                <a:solidFill>
                  <a:schemeClr val="tx1">
                    <a:lumMod val="95000"/>
                    <a:lumOff val="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  <a:p>
              <a:pPr marL="493847" indent="-161196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ko-KR" altLang="en-US" sz="1292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연구소에서 특허와 유사한 연구내용이 있거나</a:t>
              </a:r>
              <a:r>
                <a:rPr lang="en-US" altLang="ko-KR" sz="1292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, </a:t>
              </a:r>
              <a:r>
                <a:rPr lang="ko-KR" altLang="en-US" sz="1292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법인에 이미 유사 특허가 있으면 안됨 </a:t>
              </a:r>
              <a:endParaRPr lang="en-US" altLang="ko-KR" sz="1292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  <a:p>
              <a:endParaRPr lang="en-US" altLang="ko-KR" sz="1662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  <a:p>
              <a:r>
                <a:rPr lang="ko-KR" altLang="en-US" sz="1600" u="sng" dirty="0">
                  <a:solidFill>
                    <a:srgbClr val="0070C0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직무발명보상제도</a:t>
              </a:r>
              <a:r>
                <a:rPr lang="ko-KR" altLang="en-US" sz="1600" dirty="0">
                  <a:solidFill>
                    <a:srgbClr val="0070C0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가 있는지 여부</a:t>
              </a:r>
              <a:endParaRPr lang="en-US" altLang="ko-KR" sz="1600" dirty="0">
                <a:solidFill>
                  <a:srgbClr val="0070C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  <a:p>
              <a:endParaRPr lang="en-US" altLang="ko-KR" sz="462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  <a:p>
              <a:pPr marL="493847" indent="-161196">
                <a:buFont typeface="Arial" panose="020B0604020202020204" pitchFamily="34" charset="0"/>
                <a:buChar char="•"/>
              </a:pPr>
              <a:r>
                <a:rPr lang="ko-KR" altLang="en-US" sz="1292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직무발명보상제도가 규정되어 있는 경우</a:t>
              </a:r>
              <a:r>
                <a:rPr lang="en-US" altLang="ko-KR" sz="1292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, </a:t>
              </a:r>
              <a:r>
                <a:rPr lang="ko-KR" altLang="en-US" sz="1292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법률상 배임의 이슈가 발생할 수 있음</a:t>
              </a:r>
            </a:p>
          </p:txBody>
        </p:sp>
        <p:grpSp>
          <p:nvGrpSpPr>
            <p:cNvPr id="19" name="그룹 606"/>
            <p:cNvGrpSpPr/>
            <p:nvPr/>
          </p:nvGrpSpPr>
          <p:grpSpPr>
            <a:xfrm>
              <a:off x="1165375" y="3528598"/>
              <a:ext cx="442974" cy="409165"/>
              <a:chOff x="629248" y="2303699"/>
              <a:chExt cx="442974" cy="443262"/>
            </a:xfrm>
            <a:solidFill>
              <a:srgbClr val="0E5494"/>
            </a:solidFill>
          </p:grpSpPr>
          <p:sp>
            <p:nvSpPr>
              <p:cNvPr id="20" name="Freeform 5"/>
              <p:cNvSpPr>
                <a:spLocks/>
              </p:cNvSpPr>
              <p:nvPr/>
            </p:nvSpPr>
            <p:spPr bwMode="auto">
              <a:xfrm rot="8483127" flipH="1">
                <a:off x="629248" y="2303699"/>
                <a:ext cx="442974" cy="443262"/>
              </a:xfrm>
              <a:custGeom>
                <a:avLst/>
                <a:gdLst/>
                <a:ahLst/>
                <a:cxnLst>
                  <a:cxn ang="0">
                    <a:pos x="2480" y="318"/>
                  </a:cxn>
                  <a:cxn ang="0">
                    <a:pos x="2316" y="209"/>
                  </a:cxn>
                  <a:cxn ang="0">
                    <a:pos x="2143" y="120"/>
                  </a:cxn>
                  <a:cxn ang="0">
                    <a:pos x="1958" y="56"/>
                  </a:cxn>
                  <a:cxn ang="0">
                    <a:pos x="1771" y="16"/>
                  </a:cxn>
                  <a:cxn ang="0">
                    <a:pos x="1581" y="0"/>
                  </a:cxn>
                  <a:cxn ang="0">
                    <a:pos x="1388" y="5"/>
                  </a:cxn>
                  <a:cxn ang="0">
                    <a:pos x="1198" y="37"/>
                  </a:cxn>
                  <a:cxn ang="0">
                    <a:pos x="1011" y="94"/>
                  </a:cxn>
                  <a:cxn ang="0">
                    <a:pos x="829" y="171"/>
                  </a:cxn>
                  <a:cxn ang="0">
                    <a:pos x="658" y="276"/>
                  </a:cxn>
                  <a:cxn ang="0">
                    <a:pos x="490" y="412"/>
                  </a:cxn>
                  <a:cxn ang="0">
                    <a:pos x="332" y="583"/>
                  </a:cxn>
                  <a:cxn ang="0">
                    <a:pos x="203" y="770"/>
                  </a:cxn>
                  <a:cxn ang="0">
                    <a:pos x="107" y="974"/>
                  </a:cxn>
                  <a:cxn ang="0">
                    <a:pos x="40" y="1185"/>
                  </a:cxn>
                  <a:cxn ang="0">
                    <a:pos x="5" y="1404"/>
                  </a:cxn>
                  <a:cxn ang="0">
                    <a:pos x="0" y="1626"/>
                  </a:cxn>
                  <a:cxn ang="0">
                    <a:pos x="29" y="1848"/>
                  </a:cxn>
                  <a:cxn ang="0">
                    <a:pos x="91" y="2065"/>
                  </a:cxn>
                  <a:cxn ang="0">
                    <a:pos x="185" y="2271"/>
                  </a:cxn>
                  <a:cxn ang="0">
                    <a:pos x="310" y="2468"/>
                  </a:cxn>
                  <a:cxn ang="0">
                    <a:pos x="465" y="2645"/>
                  </a:cxn>
                  <a:cxn ang="0">
                    <a:pos x="645" y="2792"/>
                  </a:cxn>
                  <a:cxn ang="0">
                    <a:pos x="837" y="2910"/>
                  </a:cxn>
                  <a:cxn ang="0">
                    <a:pos x="1043" y="2998"/>
                  </a:cxn>
                  <a:cxn ang="0">
                    <a:pos x="1257" y="3054"/>
                  </a:cxn>
                  <a:cxn ang="0">
                    <a:pos x="1479" y="3078"/>
                  </a:cxn>
                  <a:cxn ang="0">
                    <a:pos x="1701" y="3070"/>
                  </a:cxn>
                  <a:cxn ang="0">
                    <a:pos x="1921" y="3033"/>
                  </a:cxn>
                  <a:cxn ang="0">
                    <a:pos x="2135" y="2961"/>
                  </a:cxn>
                  <a:cxn ang="0">
                    <a:pos x="2338" y="2856"/>
                  </a:cxn>
                  <a:cxn ang="0">
                    <a:pos x="2530" y="2720"/>
                  </a:cxn>
                  <a:cxn ang="0">
                    <a:pos x="2678" y="2578"/>
                  </a:cxn>
                  <a:cxn ang="0">
                    <a:pos x="2803" y="2423"/>
                  </a:cxn>
                  <a:cxn ang="0">
                    <a:pos x="2905" y="2255"/>
                  </a:cxn>
                  <a:cxn ang="0">
                    <a:pos x="2982" y="2078"/>
                  </a:cxn>
                  <a:cxn ang="0">
                    <a:pos x="3039" y="1894"/>
                  </a:cxn>
                  <a:cxn ang="0">
                    <a:pos x="3071" y="1704"/>
                  </a:cxn>
                  <a:cxn ang="0">
                    <a:pos x="3079" y="1511"/>
                  </a:cxn>
                  <a:cxn ang="0">
                    <a:pos x="3065" y="1321"/>
                  </a:cxn>
                  <a:cxn ang="0">
                    <a:pos x="3025" y="1131"/>
                  </a:cxn>
                  <a:cxn ang="0">
                    <a:pos x="2961" y="947"/>
                  </a:cxn>
                </a:cxnLst>
                <a:rect l="0" t="0" r="r" b="b"/>
                <a:pathLst>
                  <a:path w="3079" h="3081">
                    <a:moveTo>
                      <a:pt x="2905" y="826"/>
                    </a:moveTo>
                    <a:lnTo>
                      <a:pt x="3031" y="289"/>
                    </a:lnTo>
                    <a:lnTo>
                      <a:pt x="2480" y="318"/>
                    </a:lnTo>
                    <a:lnTo>
                      <a:pt x="2426" y="278"/>
                    </a:lnTo>
                    <a:lnTo>
                      <a:pt x="2373" y="243"/>
                    </a:lnTo>
                    <a:lnTo>
                      <a:pt x="2316" y="209"/>
                    </a:lnTo>
                    <a:lnTo>
                      <a:pt x="2258" y="177"/>
                    </a:lnTo>
                    <a:lnTo>
                      <a:pt x="2201" y="147"/>
                    </a:lnTo>
                    <a:lnTo>
                      <a:pt x="2143" y="120"/>
                    </a:lnTo>
                    <a:lnTo>
                      <a:pt x="2081" y="96"/>
                    </a:lnTo>
                    <a:lnTo>
                      <a:pt x="2020" y="75"/>
                    </a:lnTo>
                    <a:lnTo>
                      <a:pt x="1958" y="56"/>
                    </a:lnTo>
                    <a:lnTo>
                      <a:pt x="1896" y="40"/>
                    </a:lnTo>
                    <a:lnTo>
                      <a:pt x="1835" y="27"/>
                    </a:lnTo>
                    <a:lnTo>
                      <a:pt x="1771" y="16"/>
                    </a:lnTo>
                    <a:lnTo>
                      <a:pt x="1707" y="8"/>
                    </a:lnTo>
                    <a:lnTo>
                      <a:pt x="1645" y="3"/>
                    </a:lnTo>
                    <a:lnTo>
                      <a:pt x="1581" y="0"/>
                    </a:lnTo>
                    <a:lnTo>
                      <a:pt x="1517" y="0"/>
                    </a:lnTo>
                    <a:lnTo>
                      <a:pt x="1452" y="3"/>
                    </a:lnTo>
                    <a:lnTo>
                      <a:pt x="1388" y="5"/>
                    </a:lnTo>
                    <a:lnTo>
                      <a:pt x="1324" y="13"/>
                    </a:lnTo>
                    <a:lnTo>
                      <a:pt x="1260" y="24"/>
                    </a:lnTo>
                    <a:lnTo>
                      <a:pt x="1198" y="37"/>
                    </a:lnTo>
                    <a:lnTo>
                      <a:pt x="1134" y="54"/>
                    </a:lnTo>
                    <a:lnTo>
                      <a:pt x="1073" y="72"/>
                    </a:lnTo>
                    <a:lnTo>
                      <a:pt x="1011" y="94"/>
                    </a:lnTo>
                    <a:lnTo>
                      <a:pt x="950" y="115"/>
                    </a:lnTo>
                    <a:lnTo>
                      <a:pt x="888" y="142"/>
                    </a:lnTo>
                    <a:lnTo>
                      <a:pt x="829" y="171"/>
                    </a:lnTo>
                    <a:lnTo>
                      <a:pt x="770" y="203"/>
                    </a:lnTo>
                    <a:lnTo>
                      <a:pt x="714" y="238"/>
                    </a:lnTo>
                    <a:lnTo>
                      <a:pt x="658" y="276"/>
                    </a:lnTo>
                    <a:lnTo>
                      <a:pt x="602" y="316"/>
                    </a:lnTo>
                    <a:lnTo>
                      <a:pt x="548" y="358"/>
                    </a:lnTo>
                    <a:lnTo>
                      <a:pt x="490" y="412"/>
                    </a:lnTo>
                    <a:lnTo>
                      <a:pt x="433" y="465"/>
                    </a:lnTo>
                    <a:lnTo>
                      <a:pt x="380" y="524"/>
                    </a:lnTo>
                    <a:lnTo>
                      <a:pt x="332" y="583"/>
                    </a:lnTo>
                    <a:lnTo>
                      <a:pt x="286" y="645"/>
                    </a:lnTo>
                    <a:lnTo>
                      <a:pt x="243" y="706"/>
                    </a:lnTo>
                    <a:lnTo>
                      <a:pt x="203" y="770"/>
                    </a:lnTo>
                    <a:lnTo>
                      <a:pt x="169" y="837"/>
                    </a:lnTo>
                    <a:lnTo>
                      <a:pt x="136" y="904"/>
                    </a:lnTo>
                    <a:lnTo>
                      <a:pt x="107" y="974"/>
                    </a:lnTo>
                    <a:lnTo>
                      <a:pt x="80" y="1043"/>
                    </a:lnTo>
                    <a:lnTo>
                      <a:pt x="59" y="1115"/>
                    </a:lnTo>
                    <a:lnTo>
                      <a:pt x="40" y="1185"/>
                    </a:lnTo>
                    <a:lnTo>
                      <a:pt x="24" y="1260"/>
                    </a:lnTo>
                    <a:lnTo>
                      <a:pt x="13" y="1332"/>
                    </a:lnTo>
                    <a:lnTo>
                      <a:pt x="5" y="1404"/>
                    </a:lnTo>
                    <a:lnTo>
                      <a:pt x="0" y="1479"/>
                    </a:lnTo>
                    <a:lnTo>
                      <a:pt x="0" y="1554"/>
                    </a:lnTo>
                    <a:lnTo>
                      <a:pt x="0" y="1626"/>
                    </a:lnTo>
                    <a:lnTo>
                      <a:pt x="8" y="1701"/>
                    </a:lnTo>
                    <a:lnTo>
                      <a:pt x="16" y="1773"/>
                    </a:lnTo>
                    <a:lnTo>
                      <a:pt x="29" y="1848"/>
                    </a:lnTo>
                    <a:lnTo>
                      <a:pt x="45" y="1920"/>
                    </a:lnTo>
                    <a:lnTo>
                      <a:pt x="67" y="1992"/>
                    </a:lnTo>
                    <a:lnTo>
                      <a:pt x="91" y="2065"/>
                    </a:lnTo>
                    <a:lnTo>
                      <a:pt x="118" y="2134"/>
                    </a:lnTo>
                    <a:lnTo>
                      <a:pt x="150" y="2204"/>
                    </a:lnTo>
                    <a:lnTo>
                      <a:pt x="185" y="2271"/>
                    </a:lnTo>
                    <a:lnTo>
                      <a:pt x="222" y="2337"/>
                    </a:lnTo>
                    <a:lnTo>
                      <a:pt x="265" y="2404"/>
                    </a:lnTo>
                    <a:lnTo>
                      <a:pt x="310" y="2468"/>
                    </a:lnTo>
                    <a:lnTo>
                      <a:pt x="358" y="2530"/>
                    </a:lnTo>
                    <a:lnTo>
                      <a:pt x="412" y="2589"/>
                    </a:lnTo>
                    <a:lnTo>
                      <a:pt x="465" y="2645"/>
                    </a:lnTo>
                    <a:lnTo>
                      <a:pt x="524" y="2698"/>
                    </a:lnTo>
                    <a:lnTo>
                      <a:pt x="583" y="2747"/>
                    </a:lnTo>
                    <a:lnTo>
                      <a:pt x="645" y="2792"/>
                    </a:lnTo>
                    <a:lnTo>
                      <a:pt x="706" y="2835"/>
                    </a:lnTo>
                    <a:lnTo>
                      <a:pt x="770" y="2875"/>
                    </a:lnTo>
                    <a:lnTo>
                      <a:pt x="837" y="2910"/>
                    </a:lnTo>
                    <a:lnTo>
                      <a:pt x="904" y="2945"/>
                    </a:lnTo>
                    <a:lnTo>
                      <a:pt x="974" y="2971"/>
                    </a:lnTo>
                    <a:lnTo>
                      <a:pt x="1043" y="2998"/>
                    </a:lnTo>
                    <a:lnTo>
                      <a:pt x="1115" y="3019"/>
                    </a:lnTo>
                    <a:lnTo>
                      <a:pt x="1185" y="3038"/>
                    </a:lnTo>
                    <a:lnTo>
                      <a:pt x="1257" y="3054"/>
                    </a:lnTo>
                    <a:lnTo>
                      <a:pt x="1332" y="3065"/>
                    </a:lnTo>
                    <a:lnTo>
                      <a:pt x="1404" y="3073"/>
                    </a:lnTo>
                    <a:lnTo>
                      <a:pt x="1479" y="3078"/>
                    </a:lnTo>
                    <a:lnTo>
                      <a:pt x="1551" y="3081"/>
                    </a:lnTo>
                    <a:lnTo>
                      <a:pt x="1626" y="3078"/>
                    </a:lnTo>
                    <a:lnTo>
                      <a:pt x="1701" y="3070"/>
                    </a:lnTo>
                    <a:lnTo>
                      <a:pt x="1773" y="3062"/>
                    </a:lnTo>
                    <a:lnTo>
                      <a:pt x="1848" y="3049"/>
                    </a:lnTo>
                    <a:lnTo>
                      <a:pt x="1921" y="3033"/>
                    </a:lnTo>
                    <a:lnTo>
                      <a:pt x="1993" y="3011"/>
                    </a:lnTo>
                    <a:lnTo>
                      <a:pt x="2062" y="2987"/>
                    </a:lnTo>
                    <a:lnTo>
                      <a:pt x="2135" y="2961"/>
                    </a:lnTo>
                    <a:lnTo>
                      <a:pt x="2204" y="2928"/>
                    </a:lnTo>
                    <a:lnTo>
                      <a:pt x="2271" y="2894"/>
                    </a:lnTo>
                    <a:lnTo>
                      <a:pt x="2338" y="2856"/>
                    </a:lnTo>
                    <a:lnTo>
                      <a:pt x="2405" y="2813"/>
                    </a:lnTo>
                    <a:lnTo>
                      <a:pt x="2466" y="2768"/>
                    </a:lnTo>
                    <a:lnTo>
                      <a:pt x="2530" y="2720"/>
                    </a:lnTo>
                    <a:lnTo>
                      <a:pt x="2581" y="2674"/>
                    </a:lnTo>
                    <a:lnTo>
                      <a:pt x="2629" y="2626"/>
                    </a:lnTo>
                    <a:lnTo>
                      <a:pt x="2678" y="2578"/>
                    </a:lnTo>
                    <a:lnTo>
                      <a:pt x="2720" y="2527"/>
                    </a:lnTo>
                    <a:lnTo>
                      <a:pt x="2763" y="2477"/>
                    </a:lnTo>
                    <a:lnTo>
                      <a:pt x="2803" y="2423"/>
                    </a:lnTo>
                    <a:lnTo>
                      <a:pt x="2838" y="2367"/>
                    </a:lnTo>
                    <a:lnTo>
                      <a:pt x="2873" y="2313"/>
                    </a:lnTo>
                    <a:lnTo>
                      <a:pt x="2905" y="2255"/>
                    </a:lnTo>
                    <a:lnTo>
                      <a:pt x="2934" y="2196"/>
                    </a:lnTo>
                    <a:lnTo>
                      <a:pt x="2958" y="2137"/>
                    </a:lnTo>
                    <a:lnTo>
                      <a:pt x="2982" y="2078"/>
                    </a:lnTo>
                    <a:lnTo>
                      <a:pt x="3004" y="2017"/>
                    </a:lnTo>
                    <a:lnTo>
                      <a:pt x="3023" y="1955"/>
                    </a:lnTo>
                    <a:lnTo>
                      <a:pt x="3039" y="1894"/>
                    </a:lnTo>
                    <a:lnTo>
                      <a:pt x="3052" y="1829"/>
                    </a:lnTo>
                    <a:lnTo>
                      <a:pt x="3063" y="1768"/>
                    </a:lnTo>
                    <a:lnTo>
                      <a:pt x="3071" y="1704"/>
                    </a:lnTo>
                    <a:lnTo>
                      <a:pt x="3076" y="1639"/>
                    </a:lnTo>
                    <a:lnTo>
                      <a:pt x="3079" y="1575"/>
                    </a:lnTo>
                    <a:lnTo>
                      <a:pt x="3079" y="1511"/>
                    </a:lnTo>
                    <a:lnTo>
                      <a:pt x="3076" y="1447"/>
                    </a:lnTo>
                    <a:lnTo>
                      <a:pt x="3073" y="1383"/>
                    </a:lnTo>
                    <a:lnTo>
                      <a:pt x="3065" y="1321"/>
                    </a:lnTo>
                    <a:lnTo>
                      <a:pt x="3055" y="1257"/>
                    </a:lnTo>
                    <a:lnTo>
                      <a:pt x="3041" y="1193"/>
                    </a:lnTo>
                    <a:lnTo>
                      <a:pt x="3025" y="1131"/>
                    </a:lnTo>
                    <a:lnTo>
                      <a:pt x="3007" y="1067"/>
                    </a:lnTo>
                    <a:lnTo>
                      <a:pt x="2985" y="1006"/>
                    </a:lnTo>
                    <a:lnTo>
                      <a:pt x="2961" y="947"/>
                    </a:lnTo>
                    <a:lnTo>
                      <a:pt x="2934" y="885"/>
                    </a:lnTo>
                    <a:lnTo>
                      <a:pt x="2905" y="826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solidFill>
                  <a:schemeClr val="bg1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62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1" name="TextBox 20"/>
              <p:cNvSpPr txBox="1"/>
              <p:nvPr/>
            </p:nvSpPr>
            <p:spPr>
              <a:xfrm>
                <a:off x="650690" y="2361714"/>
                <a:ext cx="390710" cy="310500"/>
              </a:xfrm>
              <a:prstGeom prst="roundRect">
                <a:avLst>
                  <a:gd name="adj" fmla="val 50000"/>
                </a:avLst>
              </a:prstGeom>
              <a:solidFill>
                <a:srgbClr val="0070C0"/>
              </a:solidFill>
            </p:spPr>
            <p:txBody>
              <a:bodyPr vert="horz" lIns="84393" tIns="42196" rIns="84393" bIns="42196" rtlCol="0" anchor="ctr">
                <a:noAutofit/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en-US" altLang="ko-KR" sz="1846" b="1" dirty="0">
                    <a:solidFill>
                      <a:schemeClr val="bg1"/>
                    </a:solidFill>
                    <a:latin typeface="Arial" pitchFamily="34" charset="0"/>
                    <a:ea typeface="+mj-ea"/>
                    <a:cs typeface="Arial" pitchFamily="34" charset="0"/>
                  </a:rPr>
                  <a:t>2</a:t>
                </a:r>
                <a:endParaRPr lang="ko-KR" altLang="en-US" sz="1846" b="1" dirty="0">
                  <a:solidFill>
                    <a:schemeClr val="bg1"/>
                  </a:solidFill>
                  <a:latin typeface="Arial" pitchFamily="34" charset="0"/>
                  <a:ea typeface="+mj-ea"/>
                  <a:cs typeface="Arial" pitchFamily="34" charset="0"/>
                </a:endParaRPr>
              </a:p>
            </p:txBody>
          </p:sp>
        </p:grpSp>
        <p:grpSp>
          <p:nvGrpSpPr>
            <p:cNvPr id="22" name="그룹 606"/>
            <p:cNvGrpSpPr/>
            <p:nvPr/>
          </p:nvGrpSpPr>
          <p:grpSpPr>
            <a:xfrm>
              <a:off x="1165375" y="4235745"/>
              <a:ext cx="442974" cy="409165"/>
              <a:chOff x="629248" y="2303699"/>
              <a:chExt cx="442974" cy="443262"/>
            </a:xfrm>
            <a:solidFill>
              <a:srgbClr val="0E5494"/>
            </a:solidFill>
          </p:grpSpPr>
          <p:sp>
            <p:nvSpPr>
              <p:cNvPr id="23" name="Freeform 5"/>
              <p:cNvSpPr>
                <a:spLocks/>
              </p:cNvSpPr>
              <p:nvPr/>
            </p:nvSpPr>
            <p:spPr bwMode="auto">
              <a:xfrm rot="8483127" flipH="1">
                <a:off x="629248" y="2303699"/>
                <a:ext cx="442974" cy="443262"/>
              </a:xfrm>
              <a:custGeom>
                <a:avLst/>
                <a:gdLst/>
                <a:ahLst/>
                <a:cxnLst>
                  <a:cxn ang="0">
                    <a:pos x="2480" y="318"/>
                  </a:cxn>
                  <a:cxn ang="0">
                    <a:pos x="2316" y="209"/>
                  </a:cxn>
                  <a:cxn ang="0">
                    <a:pos x="2143" y="120"/>
                  </a:cxn>
                  <a:cxn ang="0">
                    <a:pos x="1958" y="56"/>
                  </a:cxn>
                  <a:cxn ang="0">
                    <a:pos x="1771" y="16"/>
                  </a:cxn>
                  <a:cxn ang="0">
                    <a:pos x="1581" y="0"/>
                  </a:cxn>
                  <a:cxn ang="0">
                    <a:pos x="1388" y="5"/>
                  </a:cxn>
                  <a:cxn ang="0">
                    <a:pos x="1198" y="37"/>
                  </a:cxn>
                  <a:cxn ang="0">
                    <a:pos x="1011" y="94"/>
                  </a:cxn>
                  <a:cxn ang="0">
                    <a:pos x="829" y="171"/>
                  </a:cxn>
                  <a:cxn ang="0">
                    <a:pos x="658" y="276"/>
                  </a:cxn>
                  <a:cxn ang="0">
                    <a:pos x="490" y="412"/>
                  </a:cxn>
                  <a:cxn ang="0">
                    <a:pos x="332" y="583"/>
                  </a:cxn>
                  <a:cxn ang="0">
                    <a:pos x="203" y="770"/>
                  </a:cxn>
                  <a:cxn ang="0">
                    <a:pos x="107" y="974"/>
                  </a:cxn>
                  <a:cxn ang="0">
                    <a:pos x="40" y="1185"/>
                  </a:cxn>
                  <a:cxn ang="0">
                    <a:pos x="5" y="1404"/>
                  </a:cxn>
                  <a:cxn ang="0">
                    <a:pos x="0" y="1626"/>
                  </a:cxn>
                  <a:cxn ang="0">
                    <a:pos x="29" y="1848"/>
                  </a:cxn>
                  <a:cxn ang="0">
                    <a:pos x="91" y="2065"/>
                  </a:cxn>
                  <a:cxn ang="0">
                    <a:pos x="185" y="2271"/>
                  </a:cxn>
                  <a:cxn ang="0">
                    <a:pos x="310" y="2468"/>
                  </a:cxn>
                  <a:cxn ang="0">
                    <a:pos x="465" y="2645"/>
                  </a:cxn>
                  <a:cxn ang="0">
                    <a:pos x="645" y="2792"/>
                  </a:cxn>
                  <a:cxn ang="0">
                    <a:pos x="837" y="2910"/>
                  </a:cxn>
                  <a:cxn ang="0">
                    <a:pos x="1043" y="2998"/>
                  </a:cxn>
                  <a:cxn ang="0">
                    <a:pos x="1257" y="3054"/>
                  </a:cxn>
                  <a:cxn ang="0">
                    <a:pos x="1479" y="3078"/>
                  </a:cxn>
                  <a:cxn ang="0">
                    <a:pos x="1701" y="3070"/>
                  </a:cxn>
                  <a:cxn ang="0">
                    <a:pos x="1921" y="3033"/>
                  </a:cxn>
                  <a:cxn ang="0">
                    <a:pos x="2135" y="2961"/>
                  </a:cxn>
                  <a:cxn ang="0">
                    <a:pos x="2338" y="2856"/>
                  </a:cxn>
                  <a:cxn ang="0">
                    <a:pos x="2530" y="2720"/>
                  </a:cxn>
                  <a:cxn ang="0">
                    <a:pos x="2678" y="2578"/>
                  </a:cxn>
                  <a:cxn ang="0">
                    <a:pos x="2803" y="2423"/>
                  </a:cxn>
                  <a:cxn ang="0">
                    <a:pos x="2905" y="2255"/>
                  </a:cxn>
                  <a:cxn ang="0">
                    <a:pos x="2982" y="2078"/>
                  </a:cxn>
                  <a:cxn ang="0">
                    <a:pos x="3039" y="1894"/>
                  </a:cxn>
                  <a:cxn ang="0">
                    <a:pos x="3071" y="1704"/>
                  </a:cxn>
                  <a:cxn ang="0">
                    <a:pos x="3079" y="1511"/>
                  </a:cxn>
                  <a:cxn ang="0">
                    <a:pos x="3065" y="1321"/>
                  </a:cxn>
                  <a:cxn ang="0">
                    <a:pos x="3025" y="1131"/>
                  </a:cxn>
                  <a:cxn ang="0">
                    <a:pos x="2961" y="947"/>
                  </a:cxn>
                </a:cxnLst>
                <a:rect l="0" t="0" r="r" b="b"/>
                <a:pathLst>
                  <a:path w="3079" h="3081">
                    <a:moveTo>
                      <a:pt x="2905" y="826"/>
                    </a:moveTo>
                    <a:lnTo>
                      <a:pt x="3031" y="289"/>
                    </a:lnTo>
                    <a:lnTo>
                      <a:pt x="2480" y="318"/>
                    </a:lnTo>
                    <a:lnTo>
                      <a:pt x="2426" y="278"/>
                    </a:lnTo>
                    <a:lnTo>
                      <a:pt x="2373" y="243"/>
                    </a:lnTo>
                    <a:lnTo>
                      <a:pt x="2316" y="209"/>
                    </a:lnTo>
                    <a:lnTo>
                      <a:pt x="2258" y="177"/>
                    </a:lnTo>
                    <a:lnTo>
                      <a:pt x="2201" y="147"/>
                    </a:lnTo>
                    <a:lnTo>
                      <a:pt x="2143" y="120"/>
                    </a:lnTo>
                    <a:lnTo>
                      <a:pt x="2081" y="96"/>
                    </a:lnTo>
                    <a:lnTo>
                      <a:pt x="2020" y="75"/>
                    </a:lnTo>
                    <a:lnTo>
                      <a:pt x="1958" y="56"/>
                    </a:lnTo>
                    <a:lnTo>
                      <a:pt x="1896" y="40"/>
                    </a:lnTo>
                    <a:lnTo>
                      <a:pt x="1835" y="27"/>
                    </a:lnTo>
                    <a:lnTo>
                      <a:pt x="1771" y="16"/>
                    </a:lnTo>
                    <a:lnTo>
                      <a:pt x="1707" y="8"/>
                    </a:lnTo>
                    <a:lnTo>
                      <a:pt x="1645" y="3"/>
                    </a:lnTo>
                    <a:lnTo>
                      <a:pt x="1581" y="0"/>
                    </a:lnTo>
                    <a:lnTo>
                      <a:pt x="1517" y="0"/>
                    </a:lnTo>
                    <a:lnTo>
                      <a:pt x="1452" y="3"/>
                    </a:lnTo>
                    <a:lnTo>
                      <a:pt x="1388" y="5"/>
                    </a:lnTo>
                    <a:lnTo>
                      <a:pt x="1324" y="13"/>
                    </a:lnTo>
                    <a:lnTo>
                      <a:pt x="1260" y="24"/>
                    </a:lnTo>
                    <a:lnTo>
                      <a:pt x="1198" y="37"/>
                    </a:lnTo>
                    <a:lnTo>
                      <a:pt x="1134" y="54"/>
                    </a:lnTo>
                    <a:lnTo>
                      <a:pt x="1073" y="72"/>
                    </a:lnTo>
                    <a:lnTo>
                      <a:pt x="1011" y="94"/>
                    </a:lnTo>
                    <a:lnTo>
                      <a:pt x="950" y="115"/>
                    </a:lnTo>
                    <a:lnTo>
                      <a:pt x="888" y="142"/>
                    </a:lnTo>
                    <a:lnTo>
                      <a:pt x="829" y="171"/>
                    </a:lnTo>
                    <a:lnTo>
                      <a:pt x="770" y="203"/>
                    </a:lnTo>
                    <a:lnTo>
                      <a:pt x="714" y="238"/>
                    </a:lnTo>
                    <a:lnTo>
                      <a:pt x="658" y="276"/>
                    </a:lnTo>
                    <a:lnTo>
                      <a:pt x="602" y="316"/>
                    </a:lnTo>
                    <a:lnTo>
                      <a:pt x="548" y="358"/>
                    </a:lnTo>
                    <a:lnTo>
                      <a:pt x="490" y="412"/>
                    </a:lnTo>
                    <a:lnTo>
                      <a:pt x="433" y="465"/>
                    </a:lnTo>
                    <a:lnTo>
                      <a:pt x="380" y="524"/>
                    </a:lnTo>
                    <a:lnTo>
                      <a:pt x="332" y="583"/>
                    </a:lnTo>
                    <a:lnTo>
                      <a:pt x="286" y="645"/>
                    </a:lnTo>
                    <a:lnTo>
                      <a:pt x="243" y="706"/>
                    </a:lnTo>
                    <a:lnTo>
                      <a:pt x="203" y="770"/>
                    </a:lnTo>
                    <a:lnTo>
                      <a:pt x="169" y="837"/>
                    </a:lnTo>
                    <a:lnTo>
                      <a:pt x="136" y="904"/>
                    </a:lnTo>
                    <a:lnTo>
                      <a:pt x="107" y="974"/>
                    </a:lnTo>
                    <a:lnTo>
                      <a:pt x="80" y="1043"/>
                    </a:lnTo>
                    <a:lnTo>
                      <a:pt x="59" y="1115"/>
                    </a:lnTo>
                    <a:lnTo>
                      <a:pt x="40" y="1185"/>
                    </a:lnTo>
                    <a:lnTo>
                      <a:pt x="24" y="1260"/>
                    </a:lnTo>
                    <a:lnTo>
                      <a:pt x="13" y="1332"/>
                    </a:lnTo>
                    <a:lnTo>
                      <a:pt x="5" y="1404"/>
                    </a:lnTo>
                    <a:lnTo>
                      <a:pt x="0" y="1479"/>
                    </a:lnTo>
                    <a:lnTo>
                      <a:pt x="0" y="1554"/>
                    </a:lnTo>
                    <a:lnTo>
                      <a:pt x="0" y="1626"/>
                    </a:lnTo>
                    <a:lnTo>
                      <a:pt x="8" y="1701"/>
                    </a:lnTo>
                    <a:lnTo>
                      <a:pt x="16" y="1773"/>
                    </a:lnTo>
                    <a:lnTo>
                      <a:pt x="29" y="1848"/>
                    </a:lnTo>
                    <a:lnTo>
                      <a:pt x="45" y="1920"/>
                    </a:lnTo>
                    <a:lnTo>
                      <a:pt x="67" y="1992"/>
                    </a:lnTo>
                    <a:lnTo>
                      <a:pt x="91" y="2065"/>
                    </a:lnTo>
                    <a:lnTo>
                      <a:pt x="118" y="2134"/>
                    </a:lnTo>
                    <a:lnTo>
                      <a:pt x="150" y="2204"/>
                    </a:lnTo>
                    <a:lnTo>
                      <a:pt x="185" y="2271"/>
                    </a:lnTo>
                    <a:lnTo>
                      <a:pt x="222" y="2337"/>
                    </a:lnTo>
                    <a:lnTo>
                      <a:pt x="265" y="2404"/>
                    </a:lnTo>
                    <a:lnTo>
                      <a:pt x="310" y="2468"/>
                    </a:lnTo>
                    <a:lnTo>
                      <a:pt x="358" y="2530"/>
                    </a:lnTo>
                    <a:lnTo>
                      <a:pt x="412" y="2589"/>
                    </a:lnTo>
                    <a:lnTo>
                      <a:pt x="465" y="2645"/>
                    </a:lnTo>
                    <a:lnTo>
                      <a:pt x="524" y="2698"/>
                    </a:lnTo>
                    <a:lnTo>
                      <a:pt x="583" y="2747"/>
                    </a:lnTo>
                    <a:lnTo>
                      <a:pt x="645" y="2792"/>
                    </a:lnTo>
                    <a:lnTo>
                      <a:pt x="706" y="2835"/>
                    </a:lnTo>
                    <a:lnTo>
                      <a:pt x="770" y="2875"/>
                    </a:lnTo>
                    <a:lnTo>
                      <a:pt x="837" y="2910"/>
                    </a:lnTo>
                    <a:lnTo>
                      <a:pt x="904" y="2945"/>
                    </a:lnTo>
                    <a:lnTo>
                      <a:pt x="974" y="2971"/>
                    </a:lnTo>
                    <a:lnTo>
                      <a:pt x="1043" y="2998"/>
                    </a:lnTo>
                    <a:lnTo>
                      <a:pt x="1115" y="3019"/>
                    </a:lnTo>
                    <a:lnTo>
                      <a:pt x="1185" y="3038"/>
                    </a:lnTo>
                    <a:lnTo>
                      <a:pt x="1257" y="3054"/>
                    </a:lnTo>
                    <a:lnTo>
                      <a:pt x="1332" y="3065"/>
                    </a:lnTo>
                    <a:lnTo>
                      <a:pt x="1404" y="3073"/>
                    </a:lnTo>
                    <a:lnTo>
                      <a:pt x="1479" y="3078"/>
                    </a:lnTo>
                    <a:lnTo>
                      <a:pt x="1551" y="3081"/>
                    </a:lnTo>
                    <a:lnTo>
                      <a:pt x="1626" y="3078"/>
                    </a:lnTo>
                    <a:lnTo>
                      <a:pt x="1701" y="3070"/>
                    </a:lnTo>
                    <a:lnTo>
                      <a:pt x="1773" y="3062"/>
                    </a:lnTo>
                    <a:lnTo>
                      <a:pt x="1848" y="3049"/>
                    </a:lnTo>
                    <a:lnTo>
                      <a:pt x="1921" y="3033"/>
                    </a:lnTo>
                    <a:lnTo>
                      <a:pt x="1993" y="3011"/>
                    </a:lnTo>
                    <a:lnTo>
                      <a:pt x="2062" y="2987"/>
                    </a:lnTo>
                    <a:lnTo>
                      <a:pt x="2135" y="2961"/>
                    </a:lnTo>
                    <a:lnTo>
                      <a:pt x="2204" y="2928"/>
                    </a:lnTo>
                    <a:lnTo>
                      <a:pt x="2271" y="2894"/>
                    </a:lnTo>
                    <a:lnTo>
                      <a:pt x="2338" y="2856"/>
                    </a:lnTo>
                    <a:lnTo>
                      <a:pt x="2405" y="2813"/>
                    </a:lnTo>
                    <a:lnTo>
                      <a:pt x="2466" y="2768"/>
                    </a:lnTo>
                    <a:lnTo>
                      <a:pt x="2530" y="2720"/>
                    </a:lnTo>
                    <a:lnTo>
                      <a:pt x="2581" y="2674"/>
                    </a:lnTo>
                    <a:lnTo>
                      <a:pt x="2629" y="2626"/>
                    </a:lnTo>
                    <a:lnTo>
                      <a:pt x="2678" y="2578"/>
                    </a:lnTo>
                    <a:lnTo>
                      <a:pt x="2720" y="2527"/>
                    </a:lnTo>
                    <a:lnTo>
                      <a:pt x="2763" y="2477"/>
                    </a:lnTo>
                    <a:lnTo>
                      <a:pt x="2803" y="2423"/>
                    </a:lnTo>
                    <a:lnTo>
                      <a:pt x="2838" y="2367"/>
                    </a:lnTo>
                    <a:lnTo>
                      <a:pt x="2873" y="2313"/>
                    </a:lnTo>
                    <a:lnTo>
                      <a:pt x="2905" y="2255"/>
                    </a:lnTo>
                    <a:lnTo>
                      <a:pt x="2934" y="2196"/>
                    </a:lnTo>
                    <a:lnTo>
                      <a:pt x="2958" y="2137"/>
                    </a:lnTo>
                    <a:lnTo>
                      <a:pt x="2982" y="2078"/>
                    </a:lnTo>
                    <a:lnTo>
                      <a:pt x="3004" y="2017"/>
                    </a:lnTo>
                    <a:lnTo>
                      <a:pt x="3023" y="1955"/>
                    </a:lnTo>
                    <a:lnTo>
                      <a:pt x="3039" y="1894"/>
                    </a:lnTo>
                    <a:lnTo>
                      <a:pt x="3052" y="1829"/>
                    </a:lnTo>
                    <a:lnTo>
                      <a:pt x="3063" y="1768"/>
                    </a:lnTo>
                    <a:lnTo>
                      <a:pt x="3071" y="1704"/>
                    </a:lnTo>
                    <a:lnTo>
                      <a:pt x="3076" y="1639"/>
                    </a:lnTo>
                    <a:lnTo>
                      <a:pt x="3079" y="1575"/>
                    </a:lnTo>
                    <a:lnTo>
                      <a:pt x="3079" y="1511"/>
                    </a:lnTo>
                    <a:lnTo>
                      <a:pt x="3076" y="1447"/>
                    </a:lnTo>
                    <a:lnTo>
                      <a:pt x="3073" y="1383"/>
                    </a:lnTo>
                    <a:lnTo>
                      <a:pt x="3065" y="1321"/>
                    </a:lnTo>
                    <a:lnTo>
                      <a:pt x="3055" y="1257"/>
                    </a:lnTo>
                    <a:lnTo>
                      <a:pt x="3041" y="1193"/>
                    </a:lnTo>
                    <a:lnTo>
                      <a:pt x="3025" y="1131"/>
                    </a:lnTo>
                    <a:lnTo>
                      <a:pt x="3007" y="1067"/>
                    </a:lnTo>
                    <a:lnTo>
                      <a:pt x="2985" y="1006"/>
                    </a:lnTo>
                    <a:lnTo>
                      <a:pt x="2961" y="947"/>
                    </a:lnTo>
                    <a:lnTo>
                      <a:pt x="2934" y="885"/>
                    </a:lnTo>
                    <a:lnTo>
                      <a:pt x="2905" y="826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solidFill>
                  <a:schemeClr val="bg1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62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650690" y="2361714"/>
                <a:ext cx="390710" cy="310500"/>
              </a:xfrm>
              <a:prstGeom prst="roundRect">
                <a:avLst>
                  <a:gd name="adj" fmla="val 50000"/>
                </a:avLst>
              </a:prstGeom>
              <a:solidFill>
                <a:srgbClr val="0070C0"/>
              </a:solidFill>
            </p:spPr>
            <p:txBody>
              <a:bodyPr vert="horz" lIns="84393" tIns="42196" rIns="84393" bIns="42196" rtlCol="0" anchor="ctr">
                <a:noAutofit/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en-US" altLang="ko-KR" sz="1846" b="1" dirty="0">
                    <a:solidFill>
                      <a:schemeClr val="bg1"/>
                    </a:solidFill>
                    <a:latin typeface="Arial" pitchFamily="34" charset="0"/>
                    <a:ea typeface="+mj-ea"/>
                    <a:cs typeface="Arial" pitchFamily="34" charset="0"/>
                  </a:rPr>
                  <a:t>3</a:t>
                </a:r>
                <a:endParaRPr lang="ko-KR" altLang="en-US" sz="1846" b="1" dirty="0">
                  <a:solidFill>
                    <a:schemeClr val="bg1"/>
                  </a:solidFill>
                  <a:latin typeface="Arial" pitchFamily="34" charset="0"/>
                  <a:ea typeface="+mj-ea"/>
                  <a:cs typeface="Arial" pitchFamily="34" charset="0"/>
                </a:endParaRPr>
              </a:p>
            </p:txBody>
          </p:sp>
        </p:grpSp>
        <p:grpSp>
          <p:nvGrpSpPr>
            <p:cNvPr id="25" name="그룹 606"/>
            <p:cNvGrpSpPr/>
            <p:nvPr/>
          </p:nvGrpSpPr>
          <p:grpSpPr>
            <a:xfrm>
              <a:off x="1165375" y="5256790"/>
              <a:ext cx="442974" cy="409165"/>
              <a:chOff x="629248" y="2303699"/>
              <a:chExt cx="442974" cy="443262"/>
            </a:xfrm>
            <a:solidFill>
              <a:srgbClr val="0E5494"/>
            </a:solidFill>
          </p:grpSpPr>
          <p:sp>
            <p:nvSpPr>
              <p:cNvPr id="26" name="Freeform 5"/>
              <p:cNvSpPr>
                <a:spLocks/>
              </p:cNvSpPr>
              <p:nvPr/>
            </p:nvSpPr>
            <p:spPr bwMode="auto">
              <a:xfrm rot="8483127" flipH="1">
                <a:off x="629248" y="2303699"/>
                <a:ext cx="442974" cy="443262"/>
              </a:xfrm>
              <a:custGeom>
                <a:avLst/>
                <a:gdLst/>
                <a:ahLst/>
                <a:cxnLst>
                  <a:cxn ang="0">
                    <a:pos x="2480" y="318"/>
                  </a:cxn>
                  <a:cxn ang="0">
                    <a:pos x="2316" y="209"/>
                  </a:cxn>
                  <a:cxn ang="0">
                    <a:pos x="2143" y="120"/>
                  </a:cxn>
                  <a:cxn ang="0">
                    <a:pos x="1958" y="56"/>
                  </a:cxn>
                  <a:cxn ang="0">
                    <a:pos x="1771" y="16"/>
                  </a:cxn>
                  <a:cxn ang="0">
                    <a:pos x="1581" y="0"/>
                  </a:cxn>
                  <a:cxn ang="0">
                    <a:pos x="1388" y="5"/>
                  </a:cxn>
                  <a:cxn ang="0">
                    <a:pos x="1198" y="37"/>
                  </a:cxn>
                  <a:cxn ang="0">
                    <a:pos x="1011" y="94"/>
                  </a:cxn>
                  <a:cxn ang="0">
                    <a:pos x="829" y="171"/>
                  </a:cxn>
                  <a:cxn ang="0">
                    <a:pos x="658" y="276"/>
                  </a:cxn>
                  <a:cxn ang="0">
                    <a:pos x="490" y="412"/>
                  </a:cxn>
                  <a:cxn ang="0">
                    <a:pos x="332" y="583"/>
                  </a:cxn>
                  <a:cxn ang="0">
                    <a:pos x="203" y="770"/>
                  </a:cxn>
                  <a:cxn ang="0">
                    <a:pos x="107" y="974"/>
                  </a:cxn>
                  <a:cxn ang="0">
                    <a:pos x="40" y="1185"/>
                  </a:cxn>
                  <a:cxn ang="0">
                    <a:pos x="5" y="1404"/>
                  </a:cxn>
                  <a:cxn ang="0">
                    <a:pos x="0" y="1626"/>
                  </a:cxn>
                  <a:cxn ang="0">
                    <a:pos x="29" y="1848"/>
                  </a:cxn>
                  <a:cxn ang="0">
                    <a:pos x="91" y="2065"/>
                  </a:cxn>
                  <a:cxn ang="0">
                    <a:pos x="185" y="2271"/>
                  </a:cxn>
                  <a:cxn ang="0">
                    <a:pos x="310" y="2468"/>
                  </a:cxn>
                  <a:cxn ang="0">
                    <a:pos x="465" y="2645"/>
                  </a:cxn>
                  <a:cxn ang="0">
                    <a:pos x="645" y="2792"/>
                  </a:cxn>
                  <a:cxn ang="0">
                    <a:pos x="837" y="2910"/>
                  </a:cxn>
                  <a:cxn ang="0">
                    <a:pos x="1043" y="2998"/>
                  </a:cxn>
                  <a:cxn ang="0">
                    <a:pos x="1257" y="3054"/>
                  </a:cxn>
                  <a:cxn ang="0">
                    <a:pos x="1479" y="3078"/>
                  </a:cxn>
                  <a:cxn ang="0">
                    <a:pos x="1701" y="3070"/>
                  </a:cxn>
                  <a:cxn ang="0">
                    <a:pos x="1921" y="3033"/>
                  </a:cxn>
                  <a:cxn ang="0">
                    <a:pos x="2135" y="2961"/>
                  </a:cxn>
                  <a:cxn ang="0">
                    <a:pos x="2338" y="2856"/>
                  </a:cxn>
                  <a:cxn ang="0">
                    <a:pos x="2530" y="2720"/>
                  </a:cxn>
                  <a:cxn ang="0">
                    <a:pos x="2678" y="2578"/>
                  </a:cxn>
                  <a:cxn ang="0">
                    <a:pos x="2803" y="2423"/>
                  </a:cxn>
                  <a:cxn ang="0">
                    <a:pos x="2905" y="2255"/>
                  </a:cxn>
                  <a:cxn ang="0">
                    <a:pos x="2982" y="2078"/>
                  </a:cxn>
                  <a:cxn ang="0">
                    <a:pos x="3039" y="1894"/>
                  </a:cxn>
                  <a:cxn ang="0">
                    <a:pos x="3071" y="1704"/>
                  </a:cxn>
                  <a:cxn ang="0">
                    <a:pos x="3079" y="1511"/>
                  </a:cxn>
                  <a:cxn ang="0">
                    <a:pos x="3065" y="1321"/>
                  </a:cxn>
                  <a:cxn ang="0">
                    <a:pos x="3025" y="1131"/>
                  </a:cxn>
                  <a:cxn ang="0">
                    <a:pos x="2961" y="947"/>
                  </a:cxn>
                </a:cxnLst>
                <a:rect l="0" t="0" r="r" b="b"/>
                <a:pathLst>
                  <a:path w="3079" h="3081">
                    <a:moveTo>
                      <a:pt x="2905" y="826"/>
                    </a:moveTo>
                    <a:lnTo>
                      <a:pt x="3031" y="289"/>
                    </a:lnTo>
                    <a:lnTo>
                      <a:pt x="2480" y="318"/>
                    </a:lnTo>
                    <a:lnTo>
                      <a:pt x="2426" y="278"/>
                    </a:lnTo>
                    <a:lnTo>
                      <a:pt x="2373" y="243"/>
                    </a:lnTo>
                    <a:lnTo>
                      <a:pt x="2316" y="209"/>
                    </a:lnTo>
                    <a:lnTo>
                      <a:pt x="2258" y="177"/>
                    </a:lnTo>
                    <a:lnTo>
                      <a:pt x="2201" y="147"/>
                    </a:lnTo>
                    <a:lnTo>
                      <a:pt x="2143" y="120"/>
                    </a:lnTo>
                    <a:lnTo>
                      <a:pt x="2081" y="96"/>
                    </a:lnTo>
                    <a:lnTo>
                      <a:pt x="2020" y="75"/>
                    </a:lnTo>
                    <a:lnTo>
                      <a:pt x="1958" y="56"/>
                    </a:lnTo>
                    <a:lnTo>
                      <a:pt x="1896" y="40"/>
                    </a:lnTo>
                    <a:lnTo>
                      <a:pt x="1835" y="27"/>
                    </a:lnTo>
                    <a:lnTo>
                      <a:pt x="1771" y="16"/>
                    </a:lnTo>
                    <a:lnTo>
                      <a:pt x="1707" y="8"/>
                    </a:lnTo>
                    <a:lnTo>
                      <a:pt x="1645" y="3"/>
                    </a:lnTo>
                    <a:lnTo>
                      <a:pt x="1581" y="0"/>
                    </a:lnTo>
                    <a:lnTo>
                      <a:pt x="1517" y="0"/>
                    </a:lnTo>
                    <a:lnTo>
                      <a:pt x="1452" y="3"/>
                    </a:lnTo>
                    <a:lnTo>
                      <a:pt x="1388" y="5"/>
                    </a:lnTo>
                    <a:lnTo>
                      <a:pt x="1324" y="13"/>
                    </a:lnTo>
                    <a:lnTo>
                      <a:pt x="1260" y="24"/>
                    </a:lnTo>
                    <a:lnTo>
                      <a:pt x="1198" y="37"/>
                    </a:lnTo>
                    <a:lnTo>
                      <a:pt x="1134" y="54"/>
                    </a:lnTo>
                    <a:lnTo>
                      <a:pt x="1073" y="72"/>
                    </a:lnTo>
                    <a:lnTo>
                      <a:pt x="1011" y="94"/>
                    </a:lnTo>
                    <a:lnTo>
                      <a:pt x="950" y="115"/>
                    </a:lnTo>
                    <a:lnTo>
                      <a:pt x="888" y="142"/>
                    </a:lnTo>
                    <a:lnTo>
                      <a:pt x="829" y="171"/>
                    </a:lnTo>
                    <a:lnTo>
                      <a:pt x="770" y="203"/>
                    </a:lnTo>
                    <a:lnTo>
                      <a:pt x="714" y="238"/>
                    </a:lnTo>
                    <a:lnTo>
                      <a:pt x="658" y="276"/>
                    </a:lnTo>
                    <a:lnTo>
                      <a:pt x="602" y="316"/>
                    </a:lnTo>
                    <a:lnTo>
                      <a:pt x="548" y="358"/>
                    </a:lnTo>
                    <a:lnTo>
                      <a:pt x="490" y="412"/>
                    </a:lnTo>
                    <a:lnTo>
                      <a:pt x="433" y="465"/>
                    </a:lnTo>
                    <a:lnTo>
                      <a:pt x="380" y="524"/>
                    </a:lnTo>
                    <a:lnTo>
                      <a:pt x="332" y="583"/>
                    </a:lnTo>
                    <a:lnTo>
                      <a:pt x="286" y="645"/>
                    </a:lnTo>
                    <a:lnTo>
                      <a:pt x="243" y="706"/>
                    </a:lnTo>
                    <a:lnTo>
                      <a:pt x="203" y="770"/>
                    </a:lnTo>
                    <a:lnTo>
                      <a:pt x="169" y="837"/>
                    </a:lnTo>
                    <a:lnTo>
                      <a:pt x="136" y="904"/>
                    </a:lnTo>
                    <a:lnTo>
                      <a:pt x="107" y="974"/>
                    </a:lnTo>
                    <a:lnTo>
                      <a:pt x="80" y="1043"/>
                    </a:lnTo>
                    <a:lnTo>
                      <a:pt x="59" y="1115"/>
                    </a:lnTo>
                    <a:lnTo>
                      <a:pt x="40" y="1185"/>
                    </a:lnTo>
                    <a:lnTo>
                      <a:pt x="24" y="1260"/>
                    </a:lnTo>
                    <a:lnTo>
                      <a:pt x="13" y="1332"/>
                    </a:lnTo>
                    <a:lnTo>
                      <a:pt x="5" y="1404"/>
                    </a:lnTo>
                    <a:lnTo>
                      <a:pt x="0" y="1479"/>
                    </a:lnTo>
                    <a:lnTo>
                      <a:pt x="0" y="1554"/>
                    </a:lnTo>
                    <a:lnTo>
                      <a:pt x="0" y="1626"/>
                    </a:lnTo>
                    <a:lnTo>
                      <a:pt x="8" y="1701"/>
                    </a:lnTo>
                    <a:lnTo>
                      <a:pt x="16" y="1773"/>
                    </a:lnTo>
                    <a:lnTo>
                      <a:pt x="29" y="1848"/>
                    </a:lnTo>
                    <a:lnTo>
                      <a:pt x="45" y="1920"/>
                    </a:lnTo>
                    <a:lnTo>
                      <a:pt x="67" y="1992"/>
                    </a:lnTo>
                    <a:lnTo>
                      <a:pt x="91" y="2065"/>
                    </a:lnTo>
                    <a:lnTo>
                      <a:pt x="118" y="2134"/>
                    </a:lnTo>
                    <a:lnTo>
                      <a:pt x="150" y="2204"/>
                    </a:lnTo>
                    <a:lnTo>
                      <a:pt x="185" y="2271"/>
                    </a:lnTo>
                    <a:lnTo>
                      <a:pt x="222" y="2337"/>
                    </a:lnTo>
                    <a:lnTo>
                      <a:pt x="265" y="2404"/>
                    </a:lnTo>
                    <a:lnTo>
                      <a:pt x="310" y="2468"/>
                    </a:lnTo>
                    <a:lnTo>
                      <a:pt x="358" y="2530"/>
                    </a:lnTo>
                    <a:lnTo>
                      <a:pt x="412" y="2589"/>
                    </a:lnTo>
                    <a:lnTo>
                      <a:pt x="465" y="2645"/>
                    </a:lnTo>
                    <a:lnTo>
                      <a:pt x="524" y="2698"/>
                    </a:lnTo>
                    <a:lnTo>
                      <a:pt x="583" y="2747"/>
                    </a:lnTo>
                    <a:lnTo>
                      <a:pt x="645" y="2792"/>
                    </a:lnTo>
                    <a:lnTo>
                      <a:pt x="706" y="2835"/>
                    </a:lnTo>
                    <a:lnTo>
                      <a:pt x="770" y="2875"/>
                    </a:lnTo>
                    <a:lnTo>
                      <a:pt x="837" y="2910"/>
                    </a:lnTo>
                    <a:lnTo>
                      <a:pt x="904" y="2945"/>
                    </a:lnTo>
                    <a:lnTo>
                      <a:pt x="974" y="2971"/>
                    </a:lnTo>
                    <a:lnTo>
                      <a:pt x="1043" y="2998"/>
                    </a:lnTo>
                    <a:lnTo>
                      <a:pt x="1115" y="3019"/>
                    </a:lnTo>
                    <a:lnTo>
                      <a:pt x="1185" y="3038"/>
                    </a:lnTo>
                    <a:lnTo>
                      <a:pt x="1257" y="3054"/>
                    </a:lnTo>
                    <a:lnTo>
                      <a:pt x="1332" y="3065"/>
                    </a:lnTo>
                    <a:lnTo>
                      <a:pt x="1404" y="3073"/>
                    </a:lnTo>
                    <a:lnTo>
                      <a:pt x="1479" y="3078"/>
                    </a:lnTo>
                    <a:lnTo>
                      <a:pt x="1551" y="3081"/>
                    </a:lnTo>
                    <a:lnTo>
                      <a:pt x="1626" y="3078"/>
                    </a:lnTo>
                    <a:lnTo>
                      <a:pt x="1701" y="3070"/>
                    </a:lnTo>
                    <a:lnTo>
                      <a:pt x="1773" y="3062"/>
                    </a:lnTo>
                    <a:lnTo>
                      <a:pt x="1848" y="3049"/>
                    </a:lnTo>
                    <a:lnTo>
                      <a:pt x="1921" y="3033"/>
                    </a:lnTo>
                    <a:lnTo>
                      <a:pt x="1993" y="3011"/>
                    </a:lnTo>
                    <a:lnTo>
                      <a:pt x="2062" y="2987"/>
                    </a:lnTo>
                    <a:lnTo>
                      <a:pt x="2135" y="2961"/>
                    </a:lnTo>
                    <a:lnTo>
                      <a:pt x="2204" y="2928"/>
                    </a:lnTo>
                    <a:lnTo>
                      <a:pt x="2271" y="2894"/>
                    </a:lnTo>
                    <a:lnTo>
                      <a:pt x="2338" y="2856"/>
                    </a:lnTo>
                    <a:lnTo>
                      <a:pt x="2405" y="2813"/>
                    </a:lnTo>
                    <a:lnTo>
                      <a:pt x="2466" y="2768"/>
                    </a:lnTo>
                    <a:lnTo>
                      <a:pt x="2530" y="2720"/>
                    </a:lnTo>
                    <a:lnTo>
                      <a:pt x="2581" y="2674"/>
                    </a:lnTo>
                    <a:lnTo>
                      <a:pt x="2629" y="2626"/>
                    </a:lnTo>
                    <a:lnTo>
                      <a:pt x="2678" y="2578"/>
                    </a:lnTo>
                    <a:lnTo>
                      <a:pt x="2720" y="2527"/>
                    </a:lnTo>
                    <a:lnTo>
                      <a:pt x="2763" y="2477"/>
                    </a:lnTo>
                    <a:lnTo>
                      <a:pt x="2803" y="2423"/>
                    </a:lnTo>
                    <a:lnTo>
                      <a:pt x="2838" y="2367"/>
                    </a:lnTo>
                    <a:lnTo>
                      <a:pt x="2873" y="2313"/>
                    </a:lnTo>
                    <a:lnTo>
                      <a:pt x="2905" y="2255"/>
                    </a:lnTo>
                    <a:lnTo>
                      <a:pt x="2934" y="2196"/>
                    </a:lnTo>
                    <a:lnTo>
                      <a:pt x="2958" y="2137"/>
                    </a:lnTo>
                    <a:lnTo>
                      <a:pt x="2982" y="2078"/>
                    </a:lnTo>
                    <a:lnTo>
                      <a:pt x="3004" y="2017"/>
                    </a:lnTo>
                    <a:lnTo>
                      <a:pt x="3023" y="1955"/>
                    </a:lnTo>
                    <a:lnTo>
                      <a:pt x="3039" y="1894"/>
                    </a:lnTo>
                    <a:lnTo>
                      <a:pt x="3052" y="1829"/>
                    </a:lnTo>
                    <a:lnTo>
                      <a:pt x="3063" y="1768"/>
                    </a:lnTo>
                    <a:lnTo>
                      <a:pt x="3071" y="1704"/>
                    </a:lnTo>
                    <a:lnTo>
                      <a:pt x="3076" y="1639"/>
                    </a:lnTo>
                    <a:lnTo>
                      <a:pt x="3079" y="1575"/>
                    </a:lnTo>
                    <a:lnTo>
                      <a:pt x="3079" y="1511"/>
                    </a:lnTo>
                    <a:lnTo>
                      <a:pt x="3076" y="1447"/>
                    </a:lnTo>
                    <a:lnTo>
                      <a:pt x="3073" y="1383"/>
                    </a:lnTo>
                    <a:lnTo>
                      <a:pt x="3065" y="1321"/>
                    </a:lnTo>
                    <a:lnTo>
                      <a:pt x="3055" y="1257"/>
                    </a:lnTo>
                    <a:lnTo>
                      <a:pt x="3041" y="1193"/>
                    </a:lnTo>
                    <a:lnTo>
                      <a:pt x="3025" y="1131"/>
                    </a:lnTo>
                    <a:lnTo>
                      <a:pt x="3007" y="1067"/>
                    </a:lnTo>
                    <a:lnTo>
                      <a:pt x="2985" y="1006"/>
                    </a:lnTo>
                    <a:lnTo>
                      <a:pt x="2961" y="947"/>
                    </a:lnTo>
                    <a:lnTo>
                      <a:pt x="2934" y="885"/>
                    </a:lnTo>
                    <a:lnTo>
                      <a:pt x="2905" y="826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solidFill>
                  <a:schemeClr val="bg1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62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7" name="TextBox 26"/>
              <p:cNvSpPr txBox="1"/>
              <p:nvPr/>
            </p:nvSpPr>
            <p:spPr>
              <a:xfrm>
                <a:off x="650690" y="2361714"/>
                <a:ext cx="390710" cy="310500"/>
              </a:xfrm>
              <a:prstGeom prst="roundRect">
                <a:avLst>
                  <a:gd name="adj" fmla="val 50000"/>
                </a:avLst>
              </a:prstGeom>
              <a:solidFill>
                <a:srgbClr val="0070C0"/>
              </a:solidFill>
            </p:spPr>
            <p:txBody>
              <a:bodyPr vert="horz" lIns="84393" tIns="42196" rIns="84393" bIns="42196" rtlCol="0" anchor="ctr">
                <a:noAutofit/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en-US" altLang="ko-KR" sz="1846" b="1" dirty="0">
                    <a:solidFill>
                      <a:schemeClr val="bg1"/>
                    </a:solidFill>
                    <a:latin typeface="Arial" pitchFamily="34" charset="0"/>
                    <a:ea typeface="+mj-ea"/>
                    <a:cs typeface="Arial" pitchFamily="34" charset="0"/>
                  </a:rPr>
                  <a:t>4</a:t>
                </a:r>
                <a:endParaRPr lang="ko-KR" altLang="en-US" sz="1846" b="1" dirty="0">
                  <a:solidFill>
                    <a:schemeClr val="bg1"/>
                  </a:solidFill>
                  <a:latin typeface="Arial" pitchFamily="34" charset="0"/>
                  <a:ea typeface="+mj-ea"/>
                  <a:cs typeface="Arial" pitchFamily="34" charset="0"/>
                </a:endParaRPr>
              </a:p>
            </p:txBody>
          </p:sp>
        </p:grpSp>
      </p:grp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D3275430-ACFA-4A4F-AC0A-733241FB51F5}"/>
              </a:ext>
            </a:extLst>
          </p:cNvPr>
          <p:cNvSpPr/>
          <p:nvPr/>
        </p:nvSpPr>
        <p:spPr>
          <a:xfrm>
            <a:off x="4003097" y="2164561"/>
            <a:ext cx="1918712" cy="218395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ea typeface="에스코어 드림 4 Regular" panose="020B0503030302020204" pitchFamily="34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D3B4FDA-485D-4DB4-80F7-C27665B2E852}"/>
              </a:ext>
            </a:extLst>
          </p:cNvPr>
          <p:cNvSpPr txBox="1"/>
          <p:nvPr/>
        </p:nvSpPr>
        <p:spPr>
          <a:xfrm>
            <a:off x="1490433" y="2102158"/>
            <a:ext cx="65892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“ </a:t>
            </a:r>
            <a:r>
              <a:rPr lang="ko-KR" altLang="en-US" sz="1600" dirty="0"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매출에 영향을 주는 특허</a:t>
            </a:r>
            <a:r>
              <a:rPr lang="en-US" altLang="ko-KR" sz="1600" dirty="0"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, </a:t>
            </a:r>
            <a:r>
              <a:rPr lang="ko-KR" altLang="en-US" sz="1600" dirty="0"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대표자가 실제 발명자임을 입증할 수 있어야 </a:t>
            </a:r>
            <a:r>
              <a:rPr lang="en-US" altLang="ko-KR" sz="1600" dirty="0"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”</a:t>
            </a:r>
            <a:endParaRPr lang="ko-KR" altLang="en-US" sz="1600" dirty="0">
              <a:latin typeface="에스코어 드림 7 ExtraBold" panose="020B0803030302020204" pitchFamily="34" charset="-127"/>
              <a:ea typeface="에스코어 드림 7 ExtraBold" panose="020B08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38767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6258</TotalTime>
  <Words>691</Words>
  <Application>Microsoft Office PowerPoint</Application>
  <PresentationFormat>A4 용지(210x297mm)</PresentationFormat>
  <Paragraphs>158</Paragraphs>
  <Slides>14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6" baseType="lpstr">
      <vt:lpstr>KoPubWorld돋움체 Bold</vt:lpstr>
      <vt:lpstr>KoPub돋움체 Bold</vt:lpstr>
      <vt:lpstr>KoPub돋움체 Light</vt:lpstr>
      <vt:lpstr>KoPub돋움체 Medium</vt:lpstr>
      <vt:lpstr>YDIYGo520</vt:lpstr>
      <vt:lpstr>나눔고딕</vt:lpstr>
      <vt:lpstr>나눔손글씨 펜</vt:lpstr>
      <vt:lpstr>맑은 고딕</vt:lpstr>
      <vt:lpstr>에스코어 드림 7 ExtraBold</vt:lpstr>
      <vt:lpstr>Arial</vt:lpstr>
      <vt:lpstr>Calibri</vt:lpstr>
      <vt:lpstr>Office 테마</vt:lpstr>
      <vt:lpstr>PowerPoint 프레젠테이션</vt:lpstr>
      <vt:lpstr>세무상 가지급금이란 </vt:lpstr>
      <vt:lpstr>가지급금의 발생 원인 </vt:lpstr>
      <vt:lpstr>가지급금은 대표이사 갚아야 할 빚</vt:lpstr>
      <vt:lpstr>가지급금이 가져오는 불이익 </vt:lpstr>
      <vt:lpstr>복리로 증가하는 가지급금 </vt:lpstr>
      <vt:lpstr>가지급금 해결 방안 </vt:lpstr>
      <vt:lpstr>자기주식취득으로 상환_ 자기주식취득이란 </vt:lpstr>
      <vt:lpstr>자기주식취득으로 상환_ 활용 사례 (1) 지분 없는 배우자에게 주식 증여 </vt:lpstr>
      <vt:lpstr>자기주식취득으로 상환_ 활용 사례 (2) 지분 있는 배우자의 주식을 증여 받음 </vt:lpstr>
      <vt:lpstr>특허권 매각을 통한 상환_ 특허권을 통한 보상</vt:lpstr>
      <vt:lpstr>특허권 매각을 통한 상환_ 특허권 양도시 기타소득으로 과세</vt:lpstr>
      <vt:lpstr>특허권 매각을 통한 상환_ 소요시간</vt:lpstr>
      <vt:lpstr>특허권 컨설팅 진행 과정 시 유의점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박 세라</cp:lastModifiedBy>
  <cp:revision>827</cp:revision>
  <cp:lastPrinted>2017-11-08T02:06:36Z</cp:lastPrinted>
  <dcterms:created xsi:type="dcterms:W3CDTF">2015-11-17T08:12:19Z</dcterms:created>
  <dcterms:modified xsi:type="dcterms:W3CDTF">2024-01-23T08:37:17Z</dcterms:modified>
</cp:coreProperties>
</file>
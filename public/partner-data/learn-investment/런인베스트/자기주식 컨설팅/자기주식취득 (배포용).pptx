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9" r:id="rId1"/>
  </p:sldMasterIdLst>
  <p:notesMasterIdLst>
    <p:notesMasterId r:id="rId10"/>
  </p:notesMasterIdLst>
  <p:sldIdLst>
    <p:sldId id="418" r:id="rId2"/>
    <p:sldId id="417" r:id="rId3"/>
    <p:sldId id="420" r:id="rId4"/>
    <p:sldId id="428" r:id="rId5"/>
    <p:sldId id="421" r:id="rId6"/>
    <p:sldId id="422" r:id="rId7"/>
    <p:sldId id="423" r:id="rId8"/>
    <p:sldId id="427" r:id="rId9"/>
  </p:sldIdLst>
  <p:sldSz cx="9906000" cy="6858000" type="A4"/>
  <p:notesSz cx="6808788" cy="99425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25" userDrawn="1">
          <p15:clr>
            <a:srgbClr val="A4A3A4"/>
          </p15:clr>
        </p15:guide>
        <p15:guide id="2" pos="1737" userDrawn="1">
          <p15:clr>
            <a:srgbClr val="A4A3A4"/>
          </p15:clr>
        </p15:guide>
        <p15:guide id="3" orient="horz" pos="78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158A6"/>
    <a:srgbClr val="013D79"/>
    <a:srgbClr val="3BBDC3"/>
    <a:srgbClr val="0E5494"/>
    <a:srgbClr val="3065D0"/>
    <a:srgbClr val="DEEBF7"/>
    <a:srgbClr val="2389A1"/>
    <a:srgbClr val="0E5390"/>
    <a:srgbClr val="DCE6F2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908BE8-0D39-4E0C-A07A-FD9FA11213E1}" v="2" dt="2024-01-23T06:33:29.1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28" autoAdjust="0"/>
    <p:restoredTop sz="95145" autoAdjust="0"/>
  </p:normalViewPr>
  <p:slideViewPr>
    <p:cSldViewPr snapToGrid="0" snapToObjects="1">
      <p:cViewPr varScale="1">
        <p:scale>
          <a:sx n="101" d="100"/>
          <a:sy n="101" d="100"/>
        </p:scale>
        <p:origin x="1530" y="114"/>
      </p:cViewPr>
      <p:guideLst>
        <p:guide orient="horz" pos="1025"/>
        <p:guide pos="1737"/>
        <p:guide orient="horz" pos="78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rk sara" userId="256015b203ef4bcb" providerId="LiveId" clId="{3F229B99-506F-4EC0-8B50-11A1E9DF9CE3}"/>
    <pc:docChg chg="custSel delSld modSld">
      <pc:chgData name="Park sara" userId="256015b203ef4bcb" providerId="LiveId" clId="{3F229B99-506F-4EC0-8B50-11A1E9DF9CE3}" dt="2023-01-28T08:44:48.905" v="5" actId="2696"/>
      <pc:docMkLst>
        <pc:docMk/>
      </pc:docMkLst>
      <pc:sldChg chg="del">
        <pc:chgData name="Park sara" userId="256015b203ef4bcb" providerId="LiveId" clId="{3F229B99-506F-4EC0-8B50-11A1E9DF9CE3}" dt="2023-01-28T08:44:10.580" v="0" actId="2696"/>
        <pc:sldMkLst>
          <pc:docMk/>
          <pc:sldMk cId="3472244580" sldId="419"/>
        </pc:sldMkLst>
      </pc:sldChg>
      <pc:sldChg chg="addSp delSp modSp mod">
        <pc:chgData name="Park sara" userId="256015b203ef4bcb" providerId="LiveId" clId="{3F229B99-506F-4EC0-8B50-11A1E9DF9CE3}" dt="2023-01-28T08:44:21.771" v="2"/>
        <pc:sldMkLst>
          <pc:docMk/>
          <pc:sldMk cId="1035370468" sldId="421"/>
        </pc:sldMkLst>
        <pc:picChg chg="del">
          <ac:chgData name="Park sara" userId="256015b203ef4bcb" providerId="LiveId" clId="{3F229B99-506F-4EC0-8B50-11A1E9DF9CE3}" dt="2023-01-28T08:44:16.109" v="1" actId="478"/>
          <ac:picMkLst>
            <pc:docMk/>
            <pc:sldMk cId="1035370468" sldId="421"/>
            <ac:picMk id="3" creationId="{AEBF544A-FE1D-456B-ACDA-8C60060C9C01}"/>
          </ac:picMkLst>
        </pc:picChg>
        <pc:picChg chg="add mod">
          <ac:chgData name="Park sara" userId="256015b203ef4bcb" providerId="LiveId" clId="{3F229B99-506F-4EC0-8B50-11A1E9DF9CE3}" dt="2023-01-28T08:44:21.771" v="2"/>
          <ac:picMkLst>
            <pc:docMk/>
            <pc:sldMk cId="1035370468" sldId="421"/>
            <ac:picMk id="4" creationId="{FDFF6E26-8171-EAF1-0DC4-F6FC50CA2410}"/>
          </ac:picMkLst>
        </pc:picChg>
      </pc:sldChg>
      <pc:sldChg chg="del">
        <pc:chgData name="Park sara" userId="256015b203ef4bcb" providerId="LiveId" clId="{3F229B99-506F-4EC0-8B50-11A1E9DF9CE3}" dt="2023-01-28T08:44:42.006" v="3" actId="2696"/>
        <pc:sldMkLst>
          <pc:docMk/>
          <pc:sldMk cId="2791757279" sldId="424"/>
        </pc:sldMkLst>
      </pc:sldChg>
      <pc:sldChg chg="del">
        <pc:chgData name="Park sara" userId="256015b203ef4bcb" providerId="LiveId" clId="{3F229B99-506F-4EC0-8B50-11A1E9DF9CE3}" dt="2023-01-28T08:44:45.867" v="4" actId="2696"/>
        <pc:sldMkLst>
          <pc:docMk/>
          <pc:sldMk cId="129822459" sldId="425"/>
        </pc:sldMkLst>
      </pc:sldChg>
      <pc:sldChg chg="del">
        <pc:chgData name="Park sara" userId="256015b203ef4bcb" providerId="LiveId" clId="{3F229B99-506F-4EC0-8B50-11A1E9DF9CE3}" dt="2023-01-28T08:44:48.905" v="5" actId="2696"/>
        <pc:sldMkLst>
          <pc:docMk/>
          <pc:sldMk cId="2839550533" sldId="426"/>
        </pc:sldMkLst>
      </pc:sldChg>
    </pc:docChg>
  </pc:docChgLst>
  <pc:docChgLst>
    <pc:chgData name="Park sara" userId="256015b203ef4bcb" providerId="LiveId" clId="{2782C175-709A-4779-A955-D8FC51F3443D}"/>
    <pc:docChg chg="custSel modSld">
      <pc:chgData name="Park sara" userId="256015b203ef4bcb" providerId="LiveId" clId="{2782C175-709A-4779-A955-D8FC51F3443D}" dt="2023-07-04T08:31:00.808" v="7" actId="962"/>
      <pc:docMkLst>
        <pc:docMk/>
      </pc:docMkLst>
      <pc:sldChg chg="addSp delSp modSp mod">
        <pc:chgData name="Park sara" userId="256015b203ef4bcb" providerId="LiveId" clId="{2782C175-709A-4779-A955-D8FC51F3443D}" dt="2023-07-04T08:31:00.808" v="7" actId="962"/>
        <pc:sldMkLst>
          <pc:docMk/>
          <pc:sldMk cId="1131170707" sldId="418"/>
        </pc:sldMkLst>
        <pc:picChg chg="del">
          <ac:chgData name="Park sara" userId="256015b203ef4bcb" providerId="LiveId" clId="{2782C175-709A-4779-A955-D8FC51F3443D}" dt="2023-07-04T08:22:48.168" v="0" actId="478"/>
          <ac:picMkLst>
            <pc:docMk/>
            <pc:sldMk cId="1131170707" sldId="418"/>
            <ac:picMk id="2" creationId="{00000000-0000-0000-0000-000000000000}"/>
          </ac:picMkLst>
        </pc:picChg>
        <pc:picChg chg="add mod">
          <ac:chgData name="Park sara" userId="256015b203ef4bcb" providerId="LiveId" clId="{2782C175-709A-4779-A955-D8FC51F3443D}" dt="2023-07-04T08:31:00.808" v="7" actId="962"/>
          <ac:picMkLst>
            <pc:docMk/>
            <pc:sldMk cId="1131170707" sldId="418"/>
            <ac:picMk id="3" creationId="{77D73A13-DA68-4DD7-B449-FFAF8AECF710}"/>
          </ac:picMkLst>
        </pc:picChg>
        <pc:picChg chg="add del mod">
          <ac:chgData name="Park sara" userId="256015b203ef4bcb" providerId="LiveId" clId="{2782C175-709A-4779-A955-D8FC51F3443D}" dt="2023-07-04T08:30:56.549" v="4" actId="478"/>
          <ac:picMkLst>
            <pc:docMk/>
            <pc:sldMk cId="1131170707" sldId="418"/>
            <ac:picMk id="4" creationId="{673F70A2-4E69-4F81-B94F-1758D59FBF07}"/>
          </ac:picMkLst>
        </pc:picChg>
      </pc:sldChg>
    </pc:docChg>
  </pc:docChgLst>
  <pc:docChgLst>
    <pc:chgData name="Park sara" userId="256015b203ef4bcb" providerId="LiveId" clId="{AA079D47-BE9D-4196-8927-A97EEF883185}"/>
    <pc:docChg chg="custSel addSld modSld">
      <pc:chgData name="Park sara" userId="256015b203ef4bcb" providerId="LiveId" clId="{AA079D47-BE9D-4196-8927-A97EEF883185}" dt="2022-01-30T06:23:41.727" v="15" actId="167"/>
      <pc:docMkLst>
        <pc:docMk/>
      </pc:docMkLst>
      <pc:sldChg chg="addSp delSp modSp mod">
        <pc:chgData name="Park sara" userId="256015b203ef4bcb" providerId="LiveId" clId="{AA079D47-BE9D-4196-8927-A97EEF883185}" dt="2022-01-30T06:17:00.096" v="8" actId="167"/>
        <pc:sldMkLst>
          <pc:docMk/>
          <pc:sldMk cId="1035370468" sldId="421"/>
        </pc:sldMkLst>
        <pc:picChg chg="add mod ord">
          <ac:chgData name="Park sara" userId="256015b203ef4bcb" providerId="LiveId" clId="{AA079D47-BE9D-4196-8927-A97EEF883185}" dt="2022-01-30T06:17:00.096" v="8" actId="167"/>
          <ac:picMkLst>
            <pc:docMk/>
            <pc:sldMk cId="1035370468" sldId="421"/>
            <ac:picMk id="3" creationId="{AEBF544A-FE1D-456B-ACDA-8C60060C9C01}"/>
          </ac:picMkLst>
        </pc:picChg>
        <pc:picChg chg="del">
          <ac:chgData name="Park sara" userId="256015b203ef4bcb" providerId="LiveId" clId="{AA079D47-BE9D-4196-8927-A97EEF883185}" dt="2022-01-30T06:16:54.548" v="6" actId="478"/>
          <ac:picMkLst>
            <pc:docMk/>
            <pc:sldMk cId="1035370468" sldId="421"/>
            <ac:picMk id="7" creationId="{F9FCCF5C-6134-4C9E-80C1-A06AF9354B74}"/>
          </ac:picMkLst>
        </pc:picChg>
      </pc:sldChg>
      <pc:sldChg chg="addSp delSp modSp new mod">
        <pc:chgData name="Park sara" userId="256015b203ef4bcb" providerId="LiveId" clId="{AA079D47-BE9D-4196-8927-A97EEF883185}" dt="2022-01-30T06:23:41.727" v="15" actId="167"/>
        <pc:sldMkLst>
          <pc:docMk/>
          <pc:sldMk cId="1696273276" sldId="428"/>
        </pc:sldMkLst>
        <pc:spChg chg="del">
          <ac:chgData name="Park sara" userId="256015b203ef4bcb" providerId="LiveId" clId="{AA079D47-BE9D-4196-8927-A97EEF883185}" dt="2022-01-30T06:17:09.755" v="10" actId="478"/>
          <ac:spMkLst>
            <pc:docMk/>
            <pc:sldMk cId="1696273276" sldId="428"/>
            <ac:spMk id="2" creationId="{37FCB5B0-2FC1-403E-ACD3-56EC927B91A9}"/>
          </ac:spMkLst>
        </pc:spChg>
        <pc:picChg chg="add del mod">
          <ac:chgData name="Park sara" userId="256015b203ef4bcb" providerId="LiveId" clId="{AA079D47-BE9D-4196-8927-A97EEF883185}" dt="2022-01-30T06:16:47.757" v="2" actId="478"/>
          <ac:picMkLst>
            <pc:docMk/>
            <pc:sldMk cId="1696273276" sldId="428"/>
            <ac:picMk id="5" creationId="{BE488B10-B9A4-49C1-A889-3D57BA8D50D8}"/>
          </ac:picMkLst>
        </pc:picChg>
        <pc:picChg chg="add del mod ord">
          <ac:chgData name="Park sara" userId="256015b203ef4bcb" providerId="LiveId" clId="{AA079D47-BE9D-4196-8927-A97EEF883185}" dt="2022-01-30T06:21:51.162" v="11" actId="478"/>
          <ac:picMkLst>
            <pc:docMk/>
            <pc:sldMk cId="1696273276" sldId="428"/>
            <ac:picMk id="7" creationId="{CB71CE48-EABD-4098-9818-C1507DF469F3}"/>
          </ac:picMkLst>
        </pc:picChg>
        <pc:picChg chg="add mod ord">
          <ac:chgData name="Park sara" userId="256015b203ef4bcb" providerId="LiveId" clId="{AA079D47-BE9D-4196-8927-A97EEF883185}" dt="2022-01-30T06:23:41.727" v="15" actId="167"/>
          <ac:picMkLst>
            <pc:docMk/>
            <pc:sldMk cId="1696273276" sldId="428"/>
            <ac:picMk id="9" creationId="{2C54975A-6F38-488D-B10A-D3579556E2E9}"/>
          </ac:picMkLst>
        </pc:picChg>
      </pc:sldChg>
    </pc:docChg>
  </pc:docChgLst>
  <pc:docChgLst>
    <pc:chgData name="Park sara" userId="256015b203ef4bcb" providerId="LiveId" clId="{E7908BE8-0D39-4E0C-A07A-FD9FA11213E1}"/>
    <pc:docChg chg="custSel modSld">
      <pc:chgData name="Park sara" userId="256015b203ef4bcb" providerId="LiveId" clId="{E7908BE8-0D39-4E0C-A07A-FD9FA11213E1}" dt="2024-01-23T06:33:30.570" v="7" actId="962"/>
      <pc:docMkLst>
        <pc:docMk/>
      </pc:docMkLst>
      <pc:sldChg chg="addSp delSp modSp mod">
        <pc:chgData name="Park sara" userId="256015b203ef4bcb" providerId="LiveId" clId="{E7908BE8-0D39-4E0C-A07A-FD9FA11213E1}" dt="2024-01-23T06:33:23.184" v="3" actId="962"/>
        <pc:sldMkLst>
          <pc:docMk/>
          <pc:sldMk cId="3998296639" sldId="417"/>
        </pc:sldMkLst>
        <pc:picChg chg="add mod">
          <ac:chgData name="Park sara" userId="256015b203ef4bcb" providerId="LiveId" clId="{E7908BE8-0D39-4E0C-A07A-FD9FA11213E1}" dt="2024-01-23T06:33:23.184" v="3" actId="962"/>
          <ac:picMkLst>
            <pc:docMk/>
            <pc:sldMk cId="3998296639" sldId="417"/>
            <ac:picMk id="3" creationId="{93FB39F6-50F7-4ECE-AF40-8FF6DBCF5B2B}"/>
          </ac:picMkLst>
        </pc:picChg>
        <pc:picChg chg="del">
          <ac:chgData name="Park sara" userId="256015b203ef4bcb" providerId="LiveId" clId="{E7908BE8-0D39-4E0C-A07A-FD9FA11213E1}" dt="2024-01-23T06:33:19.122" v="0" actId="478"/>
          <ac:picMkLst>
            <pc:docMk/>
            <pc:sldMk cId="3998296639" sldId="417"/>
            <ac:picMk id="7" creationId="{11212F8F-BE0C-45E7-851F-DC0796214915}"/>
          </ac:picMkLst>
        </pc:picChg>
      </pc:sldChg>
      <pc:sldChg chg="addSp delSp modSp mod">
        <pc:chgData name="Park sara" userId="256015b203ef4bcb" providerId="LiveId" clId="{E7908BE8-0D39-4E0C-A07A-FD9FA11213E1}" dt="2024-01-23T06:33:30.570" v="7" actId="962"/>
        <pc:sldMkLst>
          <pc:docMk/>
          <pc:sldMk cId="1381159559" sldId="420"/>
        </pc:sldMkLst>
        <pc:picChg chg="add mod">
          <ac:chgData name="Park sara" userId="256015b203ef4bcb" providerId="LiveId" clId="{E7908BE8-0D39-4E0C-A07A-FD9FA11213E1}" dt="2024-01-23T06:33:30.570" v="7" actId="962"/>
          <ac:picMkLst>
            <pc:docMk/>
            <pc:sldMk cId="1381159559" sldId="420"/>
            <ac:picMk id="3" creationId="{5E7FF137-357D-46E9-8DD4-8F665FB03A2C}"/>
          </ac:picMkLst>
        </pc:picChg>
        <pc:picChg chg="del">
          <ac:chgData name="Park sara" userId="256015b203ef4bcb" providerId="LiveId" clId="{E7908BE8-0D39-4E0C-A07A-FD9FA11213E1}" dt="2024-01-23T06:33:25.247" v="4" actId="478"/>
          <ac:picMkLst>
            <pc:docMk/>
            <pc:sldMk cId="1381159559" sldId="420"/>
            <ac:picMk id="7" creationId="{D5460650-AAC7-4F2C-8592-14791441FAD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50475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6737" y="0"/>
            <a:ext cx="2950475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880E46-7273-814D-999D-097F9042F334}" type="datetimeFigureOut">
              <a:rPr lang="en-US" smtClean="0"/>
              <a:t>1/23/2024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6638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879" y="4784835"/>
            <a:ext cx="5447030" cy="3914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43664"/>
            <a:ext cx="2950475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6737" y="9443664"/>
            <a:ext cx="2950475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D87BB1-061C-E44F-9342-29E1433386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0278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428497" y="404664"/>
            <a:ext cx="9127014" cy="59766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3960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2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0741" y="295904"/>
            <a:ext cx="8915400" cy="565334"/>
          </a:xfrm>
          <a:prstGeom prst="rect">
            <a:avLst/>
          </a:prstGeom>
        </p:spPr>
        <p:txBody>
          <a:bodyPr anchor="ctr"/>
          <a:lstStyle>
            <a:lvl1pPr algn="l">
              <a:defRPr sz="2400"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7333226" y="6515846"/>
            <a:ext cx="2311400" cy="365125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93BB12BC-9D34-4146-A949-3BFCA106621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7474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0741" y="295904"/>
            <a:ext cx="8915400" cy="565334"/>
          </a:xfrm>
          <a:prstGeom prst="rect">
            <a:avLst/>
          </a:prstGeom>
        </p:spPr>
        <p:txBody>
          <a:bodyPr anchor="ctr"/>
          <a:lstStyle>
            <a:lvl1pPr algn="l">
              <a:defRPr sz="2400"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376534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4226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/>
          <p:cNvSpPr/>
          <p:nvPr userDrawn="1"/>
        </p:nvSpPr>
        <p:spPr>
          <a:xfrm>
            <a:off x="287079" y="988828"/>
            <a:ext cx="9324754" cy="55270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5338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703" r:id="rId2"/>
    <p:sldLayoutId id="2147483685" r:id="rId3"/>
    <p:sldLayoutId id="2147483702" r:id="rId4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시계, 텍스트, 손목시계, 스크린샷이(가) 표시된 사진&#10;&#10;자동 생성된 설명">
            <a:extLst>
              <a:ext uri="{FF2B5EF4-FFF2-40B4-BE49-F238E27FC236}">
                <a16:creationId xmlns:a16="http://schemas.microsoft.com/office/drawing/2014/main" id="{77D73A13-DA68-4DD7-B449-FFAF8AECF7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1707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1E2C810-C172-4622-B95D-517C5BBF6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B12BC-9D34-4146-A949-3BFCA106621A}" type="slidenum">
              <a:rPr lang="ko-KR" altLang="en-US" smtClean="0"/>
              <a:pPr/>
              <a:t>2</a:t>
            </a:fld>
            <a:endParaRPr lang="ko-KR" altLang="en-US"/>
          </a:p>
        </p:txBody>
      </p:sp>
      <p:pic>
        <p:nvPicPr>
          <p:cNvPr id="3" name="그림 2" descr="텍스트, 스크린샷, 폰트, 로고이(가) 표시된 사진&#10;&#10;자동 생성된 설명">
            <a:extLst>
              <a:ext uri="{FF2B5EF4-FFF2-40B4-BE49-F238E27FC236}">
                <a16:creationId xmlns:a16="http://schemas.microsoft.com/office/drawing/2014/main" id="{93FB39F6-50F7-4ECE-AF40-8FF6DBCF5B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2966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660E269-9B27-4F02-B47E-D4973409A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B12BC-9D34-4146-A949-3BFCA106621A}" type="slidenum">
              <a:rPr lang="ko-KR" altLang="en-US" smtClean="0"/>
              <a:pPr/>
              <a:t>3</a:t>
            </a:fld>
            <a:endParaRPr lang="ko-KR" altLang="en-US"/>
          </a:p>
        </p:txBody>
      </p:sp>
      <p:pic>
        <p:nvPicPr>
          <p:cNvPr id="3" name="그림 2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5E7FF137-357D-46E9-8DD4-8F665FB03A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159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텍스트이(가) 표시된 사진&#10;&#10;자동 생성된 설명">
            <a:extLst>
              <a:ext uri="{FF2B5EF4-FFF2-40B4-BE49-F238E27FC236}">
                <a16:creationId xmlns:a16="http://schemas.microsoft.com/office/drawing/2014/main" id="{2C54975A-6F38-488D-B10A-D3579556E2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B2B6957-F309-4823-B3A8-3EDD562AC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B12BC-9D34-4146-A949-3BFCA106621A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62732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D22648D-2049-44B5-847A-7909E84F2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B12BC-9D34-4146-A949-3BFCA106621A}" type="slidenum">
              <a:rPr lang="ko-KR" altLang="en-US" smtClean="0"/>
              <a:pPr/>
              <a:t>5</a:t>
            </a:fld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DFF6E26-8171-EAF1-0DC4-F6FC50CA24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3704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EC5E89A4-2A75-4285-B80C-218F121F9E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5E73474-EB40-494D-980B-B317D8A2C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B12BC-9D34-4146-A949-3BFCA106621A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15984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F8E93D55-C21E-4B16-9E05-E4814445A1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745C6DE-8F85-453D-AF40-745814A38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B12BC-9D34-4146-A949-3BFCA106621A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5558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F20DEB82-C2B0-43EF-AFC2-C7EF05BEF1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CA88DB7-1A5B-4D05-AD29-364DBAE04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B12BC-9D34-4146-A949-3BFCA106621A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259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5894</TotalTime>
  <Words>7</Words>
  <Application>Microsoft Office PowerPoint</Application>
  <PresentationFormat>A4 용지(210x297mm)</PresentationFormat>
  <Paragraphs>7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3" baseType="lpstr">
      <vt:lpstr>KoPub돋움체 Bold</vt:lpstr>
      <vt:lpstr>맑은 고딕</vt:lpstr>
      <vt:lpstr>Arial</vt:lpstr>
      <vt:lpstr>Calibri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박 세라</cp:lastModifiedBy>
  <cp:revision>797</cp:revision>
  <cp:lastPrinted>2017-11-08T02:06:36Z</cp:lastPrinted>
  <dcterms:created xsi:type="dcterms:W3CDTF">2015-11-17T08:12:19Z</dcterms:created>
  <dcterms:modified xsi:type="dcterms:W3CDTF">2024-01-23T06:33:32Z</dcterms:modified>
</cp:coreProperties>
</file>